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  <p:sldMasterId id="2147483702" r:id="rId2"/>
  </p:sldMasterIdLst>
  <p:notesMasterIdLst>
    <p:notesMasterId r:id="rId24"/>
  </p:notesMasterIdLst>
  <p:sldIdLst>
    <p:sldId id="256" r:id="rId3"/>
    <p:sldId id="257" r:id="rId4"/>
    <p:sldId id="264" r:id="rId5"/>
    <p:sldId id="277" r:id="rId6"/>
    <p:sldId id="278" r:id="rId7"/>
    <p:sldId id="273" r:id="rId8"/>
    <p:sldId id="265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76" r:id="rId19"/>
    <p:sldId id="289" r:id="rId20"/>
    <p:sldId id="279" r:id="rId21"/>
    <p:sldId id="263" r:id="rId22"/>
    <p:sldId id="266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A59AF8-04B2-48DB-8084-3B24E39CA914}" v="82" dt="2025-10-02T12:57:10.6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46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2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ão Luiz Grave Gross" userId="70663aa8-58a3-482c-a5ab-33e75f2c9147" providerId="ADAL" clId="{1642D5D4-6F90-4729-B6C8-CF446D4D64F7}"/>
    <pc:docChg chg="undo redo custSel addSld delSld modSld sldOrd">
      <pc:chgData name="João Luiz Grave Gross" userId="70663aa8-58a3-482c-a5ab-33e75f2c9147" providerId="ADAL" clId="{1642D5D4-6F90-4729-B6C8-CF446D4D64F7}" dt="2025-10-02T12:59:41.487" v="4499" actId="13926"/>
      <pc:docMkLst>
        <pc:docMk/>
      </pc:docMkLst>
      <pc:sldChg chg="modSp mod">
        <pc:chgData name="João Luiz Grave Gross" userId="70663aa8-58a3-482c-a5ab-33e75f2c9147" providerId="ADAL" clId="{1642D5D4-6F90-4729-B6C8-CF446D4D64F7}" dt="2025-09-30T19:52:30.408" v="17" actId="20577"/>
        <pc:sldMkLst>
          <pc:docMk/>
          <pc:sldMk cId="47810229" sldId="256"/>
        </pc:sldMkLst>
        <pc:spChg chg="mod">
          <ac:chgData name="João Luiz Grave Gross" userId="70663aa8-58a3-482c-a5ab-33e75f2c9147" providerId="ADAL" clId="{1642D5D4-6F90-4729-B6C8-CF446D4D64F7}" dt="2025-09-30T19:52:23.996" v="6" actId="20577"/>
          <ac:spMkLst>
            <pc:docMk/>
            <pc:sldMk cId="47810229" sldId="256"/>
            <ac:spMk id="2" creationId="{7D6A8525-0293-A613-59EA-5400AB9FE26E}"/>
          </ac:spMkLst>
        </pc:spChg>
        <pc:spChg chg="mod">
          <ac:chgData name="João Luiz Grave Gross" userId="70663aa8-58a3-482c-a5ab-33e75f2c9147" providerId="ADAL" clId="{1642D5D4-6F90-4729-B6C8-CF446D4D64F7}" dt="2025-09-30T19:52:30.408" v="17" actId="20577"/>
          <ac:spMkLst>
            <pc:docMk/>
            <pc:sldMk cId="47810229" sldId="256"/>
            <ac:spMk id="3" creationId="{EE087616-6EA5-364C-435F-60A3350C0003}"/>
          </ac:spMkLst>
        </pc:spChg>
      </pc:sldChg>
      <pc:sldChg chg="modSp mod">
        <pc:chgData name="João Luiz Grave Gross" userId="70663aa8-58a3-482c-a5ab-33e75f2c9147" providerId="ADAL" clId="{1642D5D4-6F90-4729-B6C8-CF446D4D64F7}" dt="2025-10-02T12:58:33.413" v="4442" actId="20577"/>
        <pc:sldMkLst>
          <pc:docMk/>
          <pc:sldMk cId="1631264518" sldId="257"/>
        </pc:sldMkLst>
        <pc:spChg chg="mod">
          <ac:chgData name="João Luiz Grave Gross" userId="70663aa8-58a3-482c-a5ab-33e75f2c9147" providerId="ADAL" clId="{1642D5D4-6F90-4729-B6C8-CF446D4D64F7}" dt="2025-10-02T12:58:33.413" v="4442" actId="20577"/>
          <ac:spMkLst>
            <pc:docMk/>
            <pc:sldMk cId="1631264518" sldId="257"/>
            <ac:spMk id="3" creationId="{0261678C-A4C4-6456-A4CB-BB90A3E6B364}"/>
          </ac:spMkLst>
        </pc:spChg>
      </pc:sldChg>
      <pc:sldChg chg="del">
        <pc:chgData name="João Luiz Grave Gross" userId="70663aa8-58a3-482c-a5ab-33e75f2c9147" providerId="ADAL" clId="{1642D5D4-6F90-4729-B6C8-CF446D4D64F7}" dt="2025-10-02T12:43:32.425" v="3514" actId="47"/>
        <pc:sldMkLst>
          <pc:docMk/>
          <pc:sldMk cId="374058148" sldId="258"/>
        </pc:sldMkLst>
      </pc:sldChg>
      <pc:sldChg chg="del">
        <pc:chgData name="João Luiz Grave Gross" userId="70663aa8-58a3-482c-a5ab-33e75f2c9147" providerId="ADAL" clId="{1642D5D4-6F90-4729-B6C8-CF446D4D64F7}" dt="2025-10-01T21:03:51.277" v="661" actId="47"/>
        <pc:sldMkLst>
          <pc:docMk/>
          <pc:sldMk cId="794135920" sldId="259"/>
        </pc:sldMkLst>
      </pc:sldChg>
      <pc:sldChg chg="del">
        <pc:chgData name="João Luiz Grave Gross" userId="70663aa8-58a3-482c-a5ab-33e75f2c9147" providerId="ADAL" clId="{1642D5D4-6F90-4729-B6C8-CF446D4D64F7}" dt="2025-10-02T12:51:17.799" v="3949" actId="47"/>
        <pc:sldMkLst>
          <pc:docMk/>
          <pc:sldMk cId="288332579" sldId="260"/>
        </pc:sldMkLst>
      </pc:sldChg>
      <pc:sldChg chg="del">
        <pc:chgData name="João Luiz Grave Gross" userId="70663aa8-58a3-482c-a5ab-33e75f2c9147" providerId="ADAL" clId="{1642D5D4-6F90-4729-B6C8-CF446D4D64F7}" dt="2025-10-02T12:10:35.476" v="2588" actId="2696"/>
        <pc:sldMkLst>
          <pc:docMk/>
          <pc:sldMk cId="939074047" sldId="261"/>
        </pc:sldMkLst>
      </pc:sldChg>
      <pc:sldChg chg="del">
        <pc:chgData name="João Luiz Grave Gross" userId="70663aa8-58a3-482c-a5ab-33e75f2c9147" providerId="ADAL" clId="{1642D5D4-6F90-4729-B6C8-CF446D4D64F7}" dt="2025-10-02T12:51:19.846" v="3950" actId="47"/>
        <pc:sldMkLst>
          <pc:docMk/>
          <pc:sldMk cId="1293801074" sldId="262"/>
        </pc:sldMkLst>
      </pc:sldChg>
      <pc:sldChg chg="modSp mod">
        <pc:chgData name="João Luiz Grave Gross" userId="70663aa8-58a3-482c-a5ab-33e75f2c9147" providerId="ADAL" clId="{1642D5D4-6F90-4729-B6C8-CF446D4D64F7}" dt="2025-10-02T12:10:28.194" v="2587" actId="20577"/>
        <pc:sldMkLst>
          <pc:docMk/>
          <pc:sldMk cId="1117785298" sldId="263"/>
        </pc:sldMkLst>
        <pc:spChg chg="mod">
          <ac:chgData name="João Luiz Grave Gross" userId="70663aa8-58a3-482c-a5ab-33e75f2c9147" providerId="ADAL" clId="{1642D5D4-6F90-4729-B6C8-CF446D4D64F7}" dt="2025-10-02T12:10:28.194" v="2587" actId="20577"/>
          <ac:spMkLst>
            <pc:docMk/>
            <pc:sldMk cId="1117785298" sldId="263"/>
            <ac:spMk id="2" creationId="{A66112D4-7AEF-8961-9586-ABE3196D77CD}"/>
          </ac:spMkLst>
        </pc:spChg>
      </pc:sldChg>
      <pc:sldChg chg="modSp mod">
        <pc:chgData name="João Luiz Grave Gross" userId="70663aa8-58a3-482c-a5ab-33e75f2c9147" providerId="ADAL" clId="{1642D5D4-6F90-4729-B6C8-CF446D4D64F7}" dt="2025-10-02T12:19:04.875" v="2816" actId="20577"/>
        <pc:sldMkLst>
          <pc:docMk/>
          <pc:sldMk cId="143472058" sldId="264"/>
        </pc:sldMkLst>
        <pc:spChg chg="mod">
          <ac:chgData name="João Luiz Grave Gross" userId="70663aa8-58a3-482c-a5ab-33e75f2c9147" providerId="ADAL" clId="{1642D5D4-6F90-4729-B6C8-CF446D4D64F7}" dt="2025-10-01T21:34:30.764" v="1748" actId="20577"/>
          <ac:spMkLst>
            <pc:docMk/>
            <pc:sldMk cId="143472058" sldId="264"/>
            <ac:spMk id="2" creationId="{EAB147D4-D0BE-2D35-FD47-72CA9BDD33B9}"/>
          </ac:spMkLst>
        </pc:spChg>
        <pc:spChg chg="mod">
          <ac:chgData name="João Luiz Grave Gross" userId="70663aa8-58a3-482c-a5ab-33e75f2c9147" providerId="ADAL" clId="{1642D5D4-6F90-4729-B6C8-CF446D4D64F7}" dt="2025-10-02T12:19:04.875" v="2816" actId="20577"/>
          <ac:spMkLst>
            <pc:docMk/>
            <pc:sldMk cId="143472058" sldId="264"/>
            <ac:spMk id="3" creationId="{94CD2035-EA59-8728-BCDC-6A3D0DF517B3}"/>
          </ac:spMkLst>
        </pc:spChg>
      </pc:sldChg>
      <pc:sldChg chg="addSp delSp modSp mod ord">
        <pc:chgData name="João Luiz Grave Gross" userId="70663aa8-58a3-482c-a5ab-33e75f2c9147" providerId="ADAL" clId="{1642D5D4-6F90-4729-B6C8-CF446D4D64F7}" dt="2025-10-02T12:46:16.389" v="3577" actId="1076"/>
        <pc:sldMkLst>
          <pc:docMk/>
          <pc:sldMk cId="203766769" sldId="265"/>
        </pc:sldMkLst>
        <pc:spChg chg="mod">
          <ac:chgData name="João Luiz Grave Gross" userId="70663aa8-58a3-482c-a5ab-33e75f2c9147" providerId="ADAL" clId="{1642D5D4-6F90-4729-B6C8-CF446D4D64F7}" dt="2025-10-01T21:57:48.687" v="2362" actId="20577"/>
          <ac:spMkLst>
            <pc:docMk/>
            <pc:sldMk cId="203766769" sldId="265"/>
            <ac:spMk id="2" creationId="{EE9BC3AE-C10A-E0B8-883E-2DDAEFE7CE83}"/>
          </ac:spMkLst>
        </pc:spChg>
        <pc:spChg chg="add mod">
          <ac:chgData name="João Luiz Grave Gross" userId="70663aa8-58a3-482c-a5ab-33e75f2c9147" providerId="ADAL" clId="{1642D5D4-6F90-4729-B6C8-CF446D4D64F7}" dt="2025-10-02T12:27:33.684" v="3003" actId="21"/>
          <ac:spMkLst>
            <pc:docMk/>
            <pc:sldMk cId="203766769" sldId="265"/>
            <ac:spMk id="3" creationId="{7937894A-A613-F031-1DE3-835300EFC7E3}"/>
          </ac:spMkLst>
        </pc:spChg>
        <pc:spChg chg="add del mod">
          <ac:chgData name="João Luiz Grave Gross" userId="70663aa8-58a3-482c-a5ab-33e75f2c9147" providerId="ADAL" clId="{1642D5D4-6F90-4729-B6C8-CF446D4D64F7}" dt="2025-10-01T22:15:16.072" v="2490"/>
          <ac:spMkLst>
            <pc:docMk/>
            <pc:sldMk cId="203766769" sldId="265"/>
            <ac:spMk id="4" creationId="{12BEECD1-B310-3FF6-CCCA-6043CA348B85}"/>
          </ac:spMkLst>
        </pc:spChg>
        <pc:spChg chg="add mod">
          <ac:chgData name="João Luiz Grave Gross" userId="70663aa8-58a3-482c-a5ab-33e75f2c9147" providerId="ADAL" clId="{1642D5D4-6F90-4729-B6C8-CF446D4D64F7}" dt="2025-10-02T12:25:15.523" v="2920" actId="14100"/>
          <ac:spMkLst>
            <pc:docMk/>
            <pc:sldMk cId="203766769" sldId="265"/>
            <ac:spMk id="4" creationId="{2994BD9E-6C91-9B71-C3A4-AF66A54B1B54}"/>
          </ac:spMkLst>
        </pc:spChg>
        <pc:spChg chg="add del mod">
          <ac:chgData name="João Luiz Grave Gross" userId="70663aa8-58a3-482c-a5ab-33e75f2c9147" providerId="ADAL" clId="{1642D5D4-6F90-4729-B6C8-CF446D4D64F7}" dt="2025-10-02T12:14:32.896" v="2763"/>
          <ac:spMkLst>
            <pc:docMk/>
            <pc:sldMk cId="203766769" sldId="265"/>
            <ac:spMk id="6" creationId="{7F1B9887-A9C3-D1BA-2628-CE4BD007EC0D}"/>
          </ac:spMkLst>
        </pc:spChg>
        <pc:spChg chg="add del mod">
          <ac:chgData name="João Luiz Grave Gross" userId="70663aa8-58a3-482c-a5ab-33e75f2c9147" providerId="ADAL" clId="{1642D5D4-6F90-4729-B6C8-CF446D4D64F7}" dt="2025-10-02T12:27:50.711" v="3010"/>
          <ac:spMkLst>
            <pc:docMk/>
            <pc:sldMk cId="203766769" sldId="265"/>
            <ac:spMk id="9" creationId="{4B1CA18B-C121-24B0-8BC1-FE2D3779CC14}"/>
          </ac:spMkLst>
        </pc:spChg>
        <pc:spChg chg="add del mod">
          <ac:chgData name="João Luiz Grave Gross" userId="70663aa8-58a3-482c-a5ab-33e75f2c9147" providerId="ADAL" clId="{1642D5D4-6F90-4729-B6C8-CF446D4D64F7}" dt="2025-10-02T12:28:04.300" v="3015" actId="478"/>
          <ac:spMkLst>
            <pc:docMk/>
            <pc:sldMk cId="203766769" sldId="265"/>
            <ac:spMk id="10" creationId="{79F4F5FB-A2EA-5677-6CE6-A97E9075D6E6}"/>
          </ac:spMkLst>
        </pc:spChg>
        <pc:spChg chg="add mod">
          <ac:chgData name="João Luiz Grave Gross" userId="70663aa8-58a3-482c-a5ab-33e75f2c9147" providerId="ADAL" clId="{1642D5D4-6F90-4729-B6C8-CF446D4D64F7}" dt="2025-10-02T12:28:41.341" v="3023" actId="1076"/>
          <ac:spMkLst>
            <pc:docMk/>
            <pc:sldMk cId="203766769" sldId="265"/>
            <ac:spMk id="13" creationId="{9981C08A-4EB5-1C60-A822-040BE1542427}"/>
          </ac:spMkLst>
        </pc:spChg>
        <pc:spChg chg="add mod">
          <ac:chgData name="João Luiz Grave Gross" userId="70663aa8-58a3-482c-a5ab-33e75f2c9147" providerId="ADAL" clId="{1642D5D4-6F90-4729-B6C8-CF446D4D64F7}" dt="2025-10-02T12:28:12.491" v="3019" actId="1076"/>
          <ac:spMkLst>
            <pc:docMk/>
            <pc:sldMk cId="203766769" sldId="265"/>
            <ac:spMk id="14" creationId="{9831B8E5-FD1B-72EF-275D-B659CA536DF9}"/>
          </ac:spMkLst>
        </pc:spChg>
        <pc:spChg chg="add mod">
          <ac:chgData name="João Luiz Grave Gross" userId="70663aa8-58a3-482c-a5ab-33e75f2c9147" providerId="ADAL" clId="{1642D5D4-6F90-4729-B6C8-CF446D4D64F7}" dt="2025-10-02T12:46:16.389" v="3577" actId="1076"/>
          <ac:spMkLst>
            <pc:docMk/>
            <pc:sldMk cId="203766769" sldId="265"/>
            <ac:spMk id="15" creationId="{F07C56CD-31C7-C390-9315-8E0E49093067}"/>
          </ac:spMkLst>
        </pc:spChg>
        <pc:picChg chg="add mod">
          <ac:chgData name="João Luiz Grave Gross" userId="70663aa8-58a3-482c-a5ab-33e75f2c9147" providerId="ADAL" clId="{1642D5D4-6F90-4729-B6C8-CF446D4D64F7}" dt="2025-10-02T12:27:17.155" v="3000" actId="1076"/>
          <ac:picMkLst>
            <pc:docMk/>
            <pc:sldMk cId="203766769" sldId="265"/>
            <ac:picMk id="5" creationId="{0D97885D-0D7E-3BE2-2190-BC18B3CF77FE}"/>
          </ac:picMkLst>
        </pc:picChg>
        <pc:picChg chg="del">
          <ac:chgData name="João Luiz Grave Gross" userId="70663aa8-58a3-482c-a5ab-33e75f2c9147" providerId="ADAL" clId="{1642D5D4-6F90-4729-B6C8-CF446D4D64F7}" dt="2025-10-01T21:57:53.506" v="2363" actId="478"/>
          <ac:picMkLst>
            <pc:docMk/>
            <pc:sldMk cId="203766769" sldId="265"/>
            <ac:picMk id="7" creationId="{C30E864B-98BB-0F21-4E57-76A5238D9621}"/>
          </ac:picMkLst>
        </pc:picChg>
        <pc:picChg chg="add mod">
          <ac:chgData name="João Luiz Grave Gross" userId="70663aa8-58a3-482c-a5ab-33e75f2c9147" providerId="ADAL" clId="{1642D5D4-6F90-4729-B6C8-CF446D4D64F7}" dt="2025-10-02T12:28:43.853" v="3024" actId="1076"/>
          <ac:picMkLst>
            <pc:docMk/>
            <pc:sldMk cId="203766769" sldId="265"/>
            <ac:picMk id="8" creationId="{BEC204D4-52F2-A0C0-B4C0-651965C8FB3D}"/>
          </ac:picMkLst>
        </pc:picChg>
        <pc:picChg chg="del">
          <ac:chgData name="João Luiz Grave Gross" userId="70663aa8-58a3-482c-a5ab-33e75f2c9147" providerId="ADAL" clId="{1642D5D4-6F90-4729-B6C8-CF446D4D64F7}" dt="2025-10-01T21:57:54.346" v="2364" actId="478"/>
          <ac:picMkLst>
            <pc:docMk/>
            <pc:sldMk cId="203766769" sldId="265"/>
            <ac:picMk id="9" creationId="{ADE567B4-8179-4021-1522-16FACE2CA73A}"/>
          </ac:picMkLst>
        </pc:picChg>
        <pc:picChg chg="mod">
          <ac:chgData name="João Luiz Grave Gross" userId="70663aa8-58a3-482c-a5ab-33e75f2c9147" providerId="ADAL" clId="{1642D5D4-6F90-4729-B6C8-CF446D4D64F7}" dt="2025-10-02T12:46:12.951" v="3576" actId="1076"/>
          <ac:picMkLst>
            <pc:docMk/>
            <pc:sldMk cId="203766769" sldId="265"/>
            <ac:picMk id="11" creationId="{C0FC9812-F6D1-CF35-E1AC-4717A4441B8E}"/>
          </ac:picMkLst>
        </pc:picChg>
      </pc:sldChg>
      <pc:sldChg chg="modSp mod">
        <pc:chgData name="João Luiz Grave Gross" userId="70663aa8-58a3-482c-a5ab-33e75f2c9147" providerId="ADAL" clId="{1642D5D4-6F90-4729-B6C8-CF446D4D64F7}" dt="2025-10-02T12:24:53.180" v="2916" actId="20577"/>
        <pc:sldMkLst>
          <pc:docMk/>
          <pc:sldMk cId="676808302" sldId="266"/>
        </pc:sldMkLst>
        <pc:spChg chg="mod">
          <ac:chgData name="João Luiz Grave Gross" userId="70663aa8-58a3-482c-a5ab-33e75f2c9147" providerId="ADAL" clId="{1642D5D4-6F90-4729-B6C8-CF446D4D64F7}" dt="2025-10-02T12:24:53.180" v="2916" actId="20577"/>
          <ac:spMkLst>
            <pc:docMk/>
            <pc:sldMk cId="676808302" sldId="266"/>
            <ac:spMk id="3" creationId="{06E409B8-D47B-AAF7-986E-43C23519D4D4}"/>
          </ac:spMkLst>
        </pc:spChg>
      </pc:sldChg>
      <pc:sldChg chg="del">
        <pc:chgData name="João Luiz Grave Gross" userId="70663aa8-58a3-482c-a5ab-33e75f2c9147" providerId="ADAL" clId="{1642D5D4-6F90-4729-B6C8-CF446D4D64F7}" dt="2025-10-01T21:03:47.029" v="658" actId="47"/>
        <pc:sldMkLst>
          <pc:docMk/>
          <pc:sldMk cId="2502414847" sldId="267"/>
        </pc:sldMkLst>
      </pc:sldChg>
      <pc:sldChg chg="del">
        <pc:chgData name="João Luiz Grave Gross" userId="70663aa8-58a3-482c-a5ab-33e75f2c9147" providerId="ADAL" clId="{1642D5D4-6F90-4729-B6C8-CF446D4D64F7}" dt="2025-10-01T21:03:49.473" v="660" actId="47"/>
        <pc:sldMkLst>
          <pc:docMk/>
          <pc:sldMk cId="1312181359" sldId="268"/>
        </pc:sldMkLst>
      </pc:sldChg>
      <pc:sldChg chg="del">
        <pc:chgData name="João Luiz Grave Gross" userId="70663aa8-58a3-482c-a5ab-33e75f2c9147" providerId="ADAL" clId="{1642D5D4-6F90-4729-B6C8-CF446D4D64F7}" dt="2025-09-30T20:02:33.607" v="623" actId="47"/>
        <pc:sldMkLst>
          <pc:docMk/>
          <pc:sldMk cId="904690256" sldId="269"/>
        </pc:sldMkLst>
      </pc:sldChg>
      <pc:sldChg chg="del">
        <pc:chgData name="João Luiz Grave Gross" userId="70663aa8-58a3-482c-a5ab-33e75f2c9147" providerId="ADAL" clId="{1642D5D4-6F90-4729-B6C8-CF446D4D64F7}" dt="2025-10-01T21:03:48.335" v="659" actId="47"/>
        <pc:sldMkLst>
          <pc:docMk/>
          <pc:sldMk cId="2251275311" sldId="270"/>
        </pc:sldMkLst>
      </pc:sldChg>
      <pc:sldChg chg="del">
        <pc:chgData name="João Luiz Grave Gross" userId="70663aa8-58a3-482c-a5ab-33e75f2c9147" providerId="ADAL" clId="{1642D5D4-6F90-4729-B6C8-CF446D4D64F7}" dt="2025-10-01T21:03:51.918" v="662" actId="47"/>
        <pc:sldMkLst>
          <pc:docMk/>
          <pc:sldMk cId="266257524" sldId="271"/>
        </pc:sldMkLst>
      </pc:sldChg>
      <pc:sldChg chg="del">
        <pc:chgData name="João Luiz Grave Gross" userId="70663aa8-58a3-482c-a5ab-33e75f2c9147" providerId="ADAL" clId="{1642D5D4-6F90-4729-B6C8-CF446D4D64F7}" dt="2025-10-01T21:03:52.698" v="663" actId="47"/>
        <pc:sldMkLst>
          <pc:docMk/>
          <pc:sldMk cId="3551033221" sldId="272"/>
        </pc:sldMkLst>
      </pc:sldChg>
      <pc:sldChg chg="addSp delSp modSp add del mod">
        <pc:chgData name="João Luiz Grave Gross" userId="70663aa8-58a3-482c-a5ab-33e75f2c9147" providerId="ADAL" clId="{1642D5D4-6F90-4729-B6C8-CF446D4D64F7}" dt="2025-10-02T12:23:58.922" v="2894" actId="20577"/>
        <pc:sldMkLst>
          <pc:docMk/>
          <pc:sldMk cId="3312667182" sldId="273"/>
        </pc:sldMkLst>
        <pc:spChg chg="mod">
          <ac:chgData name="João Luiz Grave Gross" userId="70663aa8-58a3-482c-a5ab-33e75f2c9147" providerId="ADAL" clId="{1642D5D4-6F90-4729-B6C8-CF446D4D64F7}" dt="2025-10-01T21:37:55.725" v="1918" actId="20577"/>
          <ac:spMkLst>
            <pc:docMk/>
            <pc:sldMk cId="3312667182" sldId="273"/>
            <ac:spMk id="2" creationId="{BF1D348F-FD48-0AC0-4FBF-AA8ADD337017}"/>
          </ac:spMkLst>
        </pc:spChg>
        <pc:spChg chg="mod">
          <ac:chgData name="João Luiz Grave Gross" userId="70663aa8-58a3-482c-a5ab-33e75f2c9147" providerId="ADAL" clId="{1642D5D4-6F90-4729-B6C8-CF446D4D64F7}" dt="2025-10-02T12:23:58.922" v="2894" actId="20577"/>
          <ac:spMkLst>
            <pc:docMk/>
            <pc:sldMk cId="3312667182" sldId="273"/>
            <ac:spMk id="3" creationId="{D85D38CC-A29D-8498-000F-84B79FC6F11C}"/>
          </ac:spMkLst>
        </pc:spChg>
        <pc:spChg chg="add del mod">
          <ac:chgData name="João Luiz Grave Gross" userId="70663aa8-58a3-482c-a5ab-33e75f2c9147" providerId="ADAL" clId="{1642D5D4-6F90-4729-B6C8-CF446D4D64F7}" dt="2025-10-02T12:22:13.329" v="2828" actId="21"/>
          <ac:spMkLst>
            <pc:docMk/>
            <pc:sldMk cId="3312667182" sldId="273"/>
            <ac:spMk id="5" creationId="{3B468E3C-B771-02CC-0FD9-D7AF2B002593}"/>
          </ac:spMkLst>
        </pc:spChg>
        <pc:picChg chg="add del mod">
          <ac:chgData name="João Luiz Grave Gross" userId="70663aa8-58a3-482c-a5ab-33e75f2c9147" providerId="ADAL" clId="{1642D5D4-6F90-4729-B6C8-CF446D4D64F7}" dt="2025-10-02T12:22:10.395" v="2827" actId="478"/>
          <ac:picMkLst>
            <pc:docMk/>
            <pc:sldMk cId="3312667182" sldId="273"/>
            <ac:picMk id="6" creationId="{1D436A86-3CB4-E809-CC4D-546D3CACE632}"/>
          </ac:picMkLst>
        </pc:picChg>
      </pc:sldChg>
      <pc:sldChg chg="modSp del mod">
        <pc:chgData name="João Luiz Grave Gross" userId="70663aa8-58a3-482c-a5ab-33e75f2c9147" providerId="ADAL" clId="{1642D5D4-6F90-4729-B6C8-CF446D4D64F7}" dt="2025-10-02T12:10:08.630" v="2584" actId="2696"/>
        <pc:sldMkLst>
          <pc:docMk/>
          <pc:sldMk cId="3028708895" sldId="274"/>
        </pc:sldMkLst>
        <pc:spChg chg="mod">
          <ac:chgData name="João Luiz Grave Gross" userId="70663aa8-58a3-482c-a5ab-33e75f2c9147" providerId="ADAL" clId="{1642D5D4-6F90-4729-B6C8-CF446D4D64F7}" dt="2025-10-02T12:09:39.598" v="2582" actId="20577"/>
          <ac:spMkLst>
            <pc:docMk/>
            <pc:sldMk cId="3028708895" sldId="274"/>
            <ac:spMk id="3" creationId="{9FDB5994-0076-8712-9A3A-F8EB5823C68A}"/>
          </ac:spMkLst>
        </pc:spChg>
      </pc:sldChg>
      <pc:sldChg chg="del ord">
        <pc:chgData name="João Luiz Grave Gross" userId="70663aa8-58a3-482c-a5ab-33e75f2c9147" providerId="ADAL" clId="{1642D5D4-6F90-4729-B6C8-CF446D4D64F7}" dt="2025-10-02T12:57:56.708" v="4365" actId="47"/>
        <pc:sldMkLst>
          <pc:docMk/>
          <pc:sldMk cId="3944873945" sldId="275"/>
        </pc:sldMkLst>
      </pc:sldChg>
      <pc:sldChg chg="addSp delSp modSp new mod ord">
        <pc:chgData name="João Luiz Grave Gross" userId="70663aa8-58a3-482c-a5ab-33e75f2c9147" providerId="ADAL" clId="{1642D5D4-6F90-4729-B6C8-CF446D4D64F7}" dt="2025-10-02T12:56:13.602" v="4313" actId="27636"/>
        <pc:sldMkLst>
          <pc:docMk/>
          <pc:sldMk cId="2496614450" sldId="276"/>
        </pc:sldMkLst>
        <pc:spChg chg="mod">
          <ac:chgData name="João Luiz Grave Gross" userId="70663aa8-58a3-482c-a5ab-33e75f2c9147" providerId="ADAL" clId="{1642D5D4-6F90-4729-B6C8-CF446D4D64F7}" dt="2025-10-02T12:48:19.576" v="3703" actId="20577"/>
          <ac:spMkLst>
            <pc:docMk/>
            <pc:sldMk cId="2496614450" sldId="276"/>
            <ac:spMk id="2" creationId="{164A5A54-B22E-BAE2-EBD5-CA8BDF60173A}"/>
          </ac:spMkLst>
        </pc:spChg>
        <pc:spChg chg="del mod">
          <ac:chgData name="João Luiz Grave Gross" userId="70663aa8-58a3-482c-a5ab-33e75f2c9147" providerId="ADAL" clId="{1642D5D4-6F90-4729-B6C8-CF446D4D64F7}" dt="2025-10-02T12:48:23.827" v="3705" actId="478"/>
          <ac:spMkLst>
            <pc:docMk/>
            <pc:sldMk cId="2496614450" sldId="276"/>
            <ac:spMk id="3" creationId="{E3CB3356-A408-78BD-432D-C9EAFEA17778}"/>
          </ac:spMkLst>
        </pc:spChg>
        <pc:spChg chg="add del mod">
          <ac:chgData name="João Luiz Grave Gross" userId="70663aa8-58a3-482c-a5ab-33e75f2c9147" providerId="ADAL" clId="{1642D5D4-6F90-4729-B6C8-CF446D4D64F7}" dt="2025-10-02T12:48:40.857" v="3706"/>
          <ac:spMkLst>
            <pc:docMk/>
            <pc:sldMk cId="2496614450" sldId="276"/>
            <ac:spMk id="6" creationId="{928D07F4-486D-ADF7-1761-6F184BC41610}"/>
          </ac:spMkLst>
        </pc:spChg>
        <pc:spChg chg="add mod">
          <ac:chgData name="João Luiz Grave Gross" userId="70663aa8-58a3-482c-a5ab-33e75f2c9147" providerId="ADAL" clId="{1642D5D4-6F90-4729-B6C8-CF446D4D64F7}" dt="2025-10-02T12:56:13.602" v="4313" actId="27636"/>
          <ac:spMkLst>
            <pc:docMk/>
            <pc:sldMk cId="2496614450" sldId="276"/>
            <ac:spMk id="12" creationId="{74363B1E-0213-D155-F20E-AE64B04D7BE3}"/>
          </ac:spMkLst>
        </pc:spChg>
        <pc:spChg chg="add mod">
          <ac:chgData name="João Luiz Grave Gross" userId="70663aa8-58a3-482c-a5ab-33e75f2c9147" providerId="ADAL" clId="{1642D5D4-6F90-4729-B6C8-CF446D4D64F7}" dt="2025-10-02T12:55:54.810" v="4311" actId="14100"/>
          <ac:spMkLst>
            <pc:docMk/>
            <pc:sldMk cId="2496614450" sldId="276"/>
            <ac:spMk id="13" creationId="{796C9C2B-FC1A-F433-6439-DC6659589AA5}"/>
          </ac:spMkLst>
        </pc:spChg>
        <pc:picChg chg="add del mod">
          <ac:chgData name="João Luiz Grave Gross" userId="70663aa8-58a3-482c-a5ab-33e75f2c9147" providerId="ADAL" clId="{1642D5D4-6F90-4729-B6C8-CF446D4D64F7}" dt="2025-10-02T12:51:49.377" v="3956" actId="478"/>
          <ac:picMkLst>
            <pc:docMk/>
            <pc:sldMk cId="2496614450" sldId="276"/>
            <ac:picMk id="8" creationId="{A669BEEA-2BCC-ED04-14CE-47EE9ED3F758}"/>
          </ac:picMkLst>
        </pc:picChg>
        <pc:picChg chg="add del">
          <ac:chgData name="João Luiz Grave Gross" userId="70663aa8-58a3-482c-a5ab-33e75f2c9147" providerId="ADAL" clId="{1642D5D4-6F90-4729-B6C8-CF446D4D64F7}" dt="2025-10-02T12:51:42.972" v="3954" actId="22"/>
          <ac:picMkLst>
            <pc:docMk/>
            <pc:sldMk cId="2496614450" sldId="276"/>
            <ac:picMk id="10" creationId="{7C9ABC1C-3FED-60CC-33B7-B271206235A6}"/>
          </ac:picMkLst>
        </pc:picChg>
      </pc:sldChg>
      <pc:sldChg chg="modSp add mod">
        <pc:chgData name="João Luiz Grave Gross" userId="70663aa8-58a3-482c-a5ab-33e75f2c9147" providerId="ADAL" clId="{1642D5D4-6F90-4729-B6C8-CF446D4D64F7}" dt="2025-10-02T12:19:15.078" v="2823" actId="20577"/>
        <pc:sldMkLst>
          <pc:docMk/>
          <pc:sldMk cId="1992294698" sldId="277"/>
        </pc:sldMkLst>
        <pc:spChg chg="mod">
          <ac:chgData name="João Luiz Grave Gross" userId="70663aa8-58a3-482c-a5ab-33e75f2c9147" providerId="ADAL" clId="{1642D5D4-6F90-4729-B6C8-CF446D4D64F7}" dt="2025-10-01T21:35:40.402" v="1794" actId="20577"/>
          <ac:spMkLst>
            <pc:docMk/>
            <pc:sldMk cId="1992294698" sldId="277"/>
            <ac:spMk id="2" creationId="{90A85877-0054-139B-5854-100209B1A08D}"/>
          </ac:spMkLst>
        </pc:spChg>
        <pc:spChg chg="mod">
          <ac:chgData name="João Luiz Grave Gross" userId="70663aa8-58a3-482c-a5ab-33e75f2c9147" providerId="ADAL" clId="{1642D5D4-6F90-4729-B6C8-CF446D4D64F7}" dt="2025-10-02T12:19:15.078" v="2823" actId="20577"/>
          <ac:spMkLst>
            <pc:docMk/>
            <pc:sldMk cId="1992294698" sldId="277"/>
            <ac:spMk id="3" creationId="{C2C21D28-18E4-BA90-A91C-E7D1D11DD3CE}"/>
          </ac:spMkLst>
        </pc:spChg>
      </pc:sldChg>
      <pc:sldChg chg="modSp add mod">
        <pc:chgData name="João Luiz Grave Gross" userId="70663aa8-58a3-482c-a5ab-33e75f2c9147" providerId="ADAL" clId="{1642D5D4-6F90-4729-B6C8-CF446D4D64F7}" dt="2025-10-02T12:19:19.560" v="2825" actId="20577"/>
        <pc:sldMkLst>
          <pc:docMk/>
          <pc:sldMk cId="3585272815" sldId="278"/>
        </pc:sldMkLst>
        <pc:spChg chg="mod">
          <ac:chgData name="João Luiz Grave Gross" userId="70663aa8-58a3-482c-a5ab-33e75f2c9147" providerId="ADAL" clId="{1642D5D4-6F90-4729-B6C8-CF446D4D64F7}" dt="2025-10-01T21:36:48.833" v="1801"/>
          <ac:spMkLst>
            <pc:docMk/>
            <pc:sldMk cId="3585272815" sldId="278"/>
            <ac:spMk id="2" creationId="{EF6B2D67-D628-5875-86AB-6F4080B7B6BF}"/>
          </ac:spMkLst>
        </pc:spChg>
        <pc:spChg chg="mod">
          <ac:chgData name="João Luiz Grave Gross" userId="70663aa8-58a3-482c-a5ab-33e75f2c9147" providerId="ADAL" clId="{1642D5D4-6F90-4729-B6C8-CF446D4D64F7}" dt="2025-10-02T12:19:19.560" v="2825" actId="20577"/>
          <ac:spMkLst>
            <pc:docMk/>
            <pc:sldMk cId="3585272815" sldId="278"/>
            <ac:spMk id="3" creationId="{D1DF7931-1A4F-E468-D8DD-BDA28519EFEB}"/>
          </ac:spMkLst>
        </pc:spChg>
      </pc:sldChg>
      <pc:sldChg chg="addSp delSp modSp add mod">
        <pc:chgData name="João Luiz Grave Gross" userId="70663aa8-58a3-482c-a5ab-33e75f2c9147" providerId="ADAL" clId="{1642D5D4-6F90-4729-B6C8-CF446D4D64F7}" dt="2025-10-02T12:59:41.487" v="4499" actId="13926"/>
        <pc:sldMkLst>
          <pc:docMk/>
          <pc:sldMk cId="3072866178" sldId="279"/>
        </pc:sldMkLst>
        <pc:spChg chg="mod">
          <ac:chgData name="João Luiz Grave Gross" userId="70663aa8-58a3-482c-a5ab-33e75f2c9147" providerId="ADAL" clId="{1642D5D4-6F90-4729-B6C8-CF446D4D64F7}" dt="2025-10-02T12:49:19.508" v="3736" actId="20577"/>
          <ac:spMkLst>
            <pc:docMk/>
            <pc:sldMk cId="3072866178" sldId="279"/>
            <ac:spMk id="2" creationId="{67550447-B55F-B687-0291-F4DAA1DB708E}"/>
          </ac:spMkLst>
        </pc:spChg>
        <pc:spChg chg="mod">
          <ac:chgData name="João Luiz Grave Gross" userId="70663aa8-58a3-482c-a5ab-33e75f2c9147" providerId="ADAL" clId="{1642D5D4-6F90-4729-B6C8-CF446D4D64F7}" dt="2025-10-02T12:59:41.487" v="4499" actId="13926"/>
          <ac:spMkLst>
            <pc:docMk/>
            <pc:sldMk cId="3072866178" sldId="279"/>
            <ac:spMk id="3" creationId="{4AAF4232-2E11-F2F3-791D-DA4834D46694}"/>
          </ac:spMkLst>
        </pc:spChg>
        <pc:spChg chg="add del">
          <ac:chgData name="João Luiz Grave Gross" userId="70663aa8-58a3-482c-a5ab-33e75f2c9147" providerId="ADAL" clId="{1642D5D4-6F90-4729-B6C8-CF446D4D64F7}" dt="2025-10-01T21:42:44.583" v="2131" actId="22"/>
          <ac:spMkLst>
            <pc:docMk/>
            <pc:sldMk cId="3072866178" sldId="279"/>
            <ac:spMk id="7" creationId="{6E9094F3-7A2C-1D2E-76AD-4803146E4E1E}"/>
          </ac:spMkLst>
        </pc:spChg>
        <pc:spChg chg="add del mod">
          <ac:chgData name="João Luiz Grave Gross" userId="70663aa8-58a3-482c-a5ab-33e75f2c9147" providerId="ADAL" clId="{1642D5D4-6F90-4729-B6C8-CF446D4D64F7}" dt="2025-10-02T12:49:23.856" v="3738" actId="478"/>
          <ac:spMkLst>
            <pc:docMk/>
            <pc:sldMk cId="3072866178" sldId="279"/>
            <ac:spMk id="9" creationId="{0DA22ACA-E9F2-8A62-4773-51A865F3B5F0}"/>
          </ac:spMkLst>
        </pc:spChg>
        <pc:picChg chg="del mod">
          <ac:chgData name="João Luiz Grave Gross" userId="70663aa8-58a3-482c-a5ab-33e75f2c9147" providerId="ADAL" clId="{1642D5D4-6F90-4729-B6C8-CF446D4D64F7}" dt="2025-10-02T12:49:20.949" v="3737" actId="478"/>
          <ac:picMkLst>
            <pc:docMk/>
            <pc:sldMk cId="3072866178" sldId="279"/>
            <ac:picMk id="6" creationId="{BA3D6B9A-3600-017A-0732-7A7B6ACB3555}"/>
          </ac:picMkLst>
        </pc:picChg>
      </pc:sldChg>
      <pc:sldChg chg="addSp delSp modSp add mod">
        <pc:chgData name="João Luiz Grave Gross" userId="70663aa8-58a3-482c-a5ab-33e75f2c9147" providerId="ADAL" clId="{1642D5D4-6F90-4729-B6C8-CF446D4D64F7}" dt="2025-10-02T12:30:27.590" v="3089" actId="1036"/>
        <pc:sldMkLst>
          <pc:docMk/>
          <pc:sldMk cId="2656067867" sldId="280"/>
        </pc:sldMkLst>
        <pc:spChg chg="del">
          <ac:chgData name="João Luiz Grave Gross" userId="70663aa8-58a3-482c-a5ab-33e75f2c9147" providerId="ADAL" clId="{1642D5D4-6F90-4729-B6C8-CF446D4D64F7}" dt="2025-10-01T21:43:18.783" v="2141" actId="478"/>
          <ac:spMkLst>
            <pc:docMk/>
            <pc:sldMk cId="2656067867" sldId="280"/>
            <ac:spMk id="2" creationId="{0424D309-68B1-B510-9FAC-844D9E142E4E}"/>
          </ac:spMkLst>
        </pc:spChg>
        <pc:spChg chg="add mod">
          <ac:chgData name="João Luiz Grave Gross" userId="70663aa8-58a3-482c-a5ab-33e75f2c9147" providerId="ADAL" clId="{1642D5D4-6F90-4729-B6C8-CF446D4D64F7}" dt="2025-10-02T12:30:24.447" v="3082" actId="1076"/>
          <ac:spMkLst>
            <pc:docMk/>
            <pc:sldMk cId="2656067867" sldId="280"/>
            <ac:spMk id="2" creationId="{DFC06BAD-CB83-57BE-1375-D0852D7C7D4D}"/>
          </ac:spMkLst>
        </pc:spChg>
        <pc:spChg chg="del">
          <ac:chgData name="João Luiz Grave Gross" userId="70663aa8-58a3-482c-a5ab-33e75f2c9147" providerId="ADAL" clId="{1642D5D4-6F90-4729-B6C8-CF446D4D64F7}" dt="2025-10-01T21:43:12.996" v="2138" actId="478"/>
          <ac:spMkLst>
            <pc:docMk/>
            <pc:sldMk cId="2656067867" sldId="280"/>
            <ac:spMk id="3" creationId="{12797093-FE3B-9CC7-5720-25EC520CB668}"/>
          </ac:spMkLst>
        </pc:spChg>
        <pc:spChg chg="add mod">
          <ac:chgData name="João Luiz Grave Gross" userId="70663aa8-58a3-482c-a5ab-33e75f2c9147" providerId="ADAL" clId="{1642D5D4-6F90-4729-B6C8-CF446D4D64F7}" dt="2025-10-02T12:29:08.431" v="3042" actId="1036"/>
          <ac:spMkLst>
            <pc:docMk/>
            <pc:sldMk cId="2656067867" sldId="280"/>
            <ac:spMk id="5" creationId="{3B468E3C-B771-02CC-0FD9-D7AF2B002593}"/>
          </ac:spMkLst>
        </pc:spChg>
        <pc:spChg chg="add del mod">
          <ac:chgData name="João Luiz Grave Gross" userId="70663aa8-58a3-482c-a5ab-33e75f2c9147" providerId="ADAL" clId="{1642D5D4-6F90-4729-B6C8-CF446D4D64F7}" dt="2025-10-01T21:43:16.523" v="2139" actId="478"/>
          <ac:spMkLst>
            <pc:docMk/>
            <pc:sldMk cId="2656067867" sldId="280"/>
            <ac:spMk id="7" creationId="{95C0FBD1-8243-0522-7764-20E3796264D8}"/>
          </ac:spMkLst>
        </pc:spChg>
        <pc:spChg chg="add del mod">
          <ac:chgData name="João Luiz Grave Gross" userId="70663aa8-58a3-482c-a5ab-33e75f2c9147" providerId="ADAL" clId="{1642D5D4-6F90-4729-B6C8-CF446D4D64F7}" dt="2025-10-01T21:45:04.947" v="2142" actId="478"/>
          <ac:spMkLst>
            <pc:docMk/>
            <pc:sldMk cId="2656067867" sldId="280"/>
            <ac:spMk id="9" creationId="{E076F879-B03E-5C1A-2F8C-D2DB09B8A8D3}"/>
          </ac:spMkLst>
        </pc:spChg>
        <pc:spChg chg="add mod">
          <ac:chgData name="João Luiz Grave Gross" userId="70663aa8-58a3-482c-a5ab-33e75f2c9147" providerId="ADAL" clId="{1642D5D4-6F90-4729-B6C8-CF446D4D64F7}" dt="2025-10-02T12:29:41.074" v="3049" actId="1076"/>
          <ac:spMkLst>
            <pc:docMk/>
            <pc:sldMk cId="2656067867" sldId="280"/>
            <ac:spMk id="14" creationId="{28FF7AEC-CD68-2544-0285-998C3BA17C74}"/>
          </ac:spMkLst>
        </pc:spChg>
        <pc:picChg chg="del">
          <ac:chgData name="João Luiz Grave Gross" userId="70663aa8-58a3-482c-a5ab-33e75f2c9147" providerId="ADAL" clId="{1642D5D4-6F90-4729-B6C8-CF446D4D64F7}" dt="2025-10-01T21:43:17.228" v="2140" actId="478"/>
          <ac:picMkLst>
            <pc:docMk/>
            <pc:sldMk cId="2656067867" sldId="280"/>
            <ac:picMk id="6" creationId="{3D194B99-282D-CA37-7039-1C55523B1538}"/>
          </ac:picMkLst>
        </pc:picChg>
        <pc:picChg chg="add del mod modCrop">
          <ac:chgData name="João Luiz Grave Gross" userId="70663aa8-58a3-482c-a5ab-33e75f2c9147" providerId="ADAL" clId="{1642D5D4-6F90-4729-B6C8-CF446D4D64F7}" dt="2025-10-02T12:30:27.590" v="3089" actId="1036"/>
          <ac:picMkLst>
            <pc:docMk/>
            <pc:sldMk cId="2656067867" sldId="280"/>
            <ac:picMk id="11" creationId="{37F7EA34-498B-D96B-6538-628B20EAE112}"/>
          </ac:picMkLst>
        </pc:picChg>
        <pc:picChg chg="add mod modCrop">
          <ac:chgData name="João Luiz Grave Gross" userId="70663aa8-58a3-482c-a5ab-33e75f2c9147" providerId="ADAL" clId="{1642D5D4-6F90-4729-B6C8-CF446D4D64F7}" dt="2025-10-01T21:51:29.836" v="2229" actId="14100"/>
          <ac:picMkLst>
            <pc:docMk/>
            <pc:sldMk cId="2656067867" sldId="280"/>
            <ac:picMk id="13" creationId="{12121A29-F1A1-D9E1-73F3-2CF698EB1B7C}"/>
          </ac:picMkLst>
        </pc:picChg>
        <pc:picChg chg="add mod">
          <ac:chgData name="João Luiz Grave Gross" userId="70663aa8-58a3-482c-a5ab-33e75f2c9147" providerId="ADAL" clId="{1642D5D4-6F90-4729-B6C8-CF446D4D64F7}" dt="2025-10-02T12:29:08.431" v="3042" actId="1036"/>
          <ac:picMkLst>
            <pc:docMk/>
            <pc:sldMk cId="2656067867" sldId="280"/>
            <ac:picMk id="15" creationId="{71D5BC68-7119-4AF4-35D3-8F3CD027AD65}"/>
          </ac:picMkLst>
        </pc:picChg>
      </pc:sldChg>
      <pc:sldChg chg="addSp delSp modSp add mod">
        <pc:chgData name="João Luiz Grave Gross" userId="70663aa8-58a3-482c-a5ab-33e75f2c9147" providerId="ADAL" clId="{1642D5D4-6F90-4729-B6C8-CF446D4D64F7}" dt="2025-10-02T12:31:30.307" v="3179"/>
        <pc:sldMkLst>
          <pc:docMk/>
          <pc:sldMk cId="3775376469" sldId="281"/>
        </pc:sldMkLst>
        <pc:spChg chg="add mod">
          <ac:chgData name="João Luiz Grave Gross" userId="70663aa8-58a3-482c-a5ab-33e75f2c9147" providerId="ADAL" clId="{1642D5D4-6F90-4729-B6C8-CF446D4D64F7}" dt="2025-10-02T12:31:14.005" v="3164" actId="1036"/>
          <ac:spMkLst>
            <pc:docMk/>
            <pc:sldMk cId="3775376469" sldId="281"/>
            <ac:spMk id="2" creationId="{A86FBEB8-BE3B-9B4D-4DDB-818C5EE7F039}"/>
          </ac:spMkLst>
        </pc:spChg>
        <pc:spChg chg="add mod">
          <ac:chgData name="João Luiz Grave Gross" userId="70663aa8-58a3-482c-a5ab-33e75f2c9147" providerId="ADAL" clId="{1642D5D4-6F90-4729-B6C8-CF446D4D64F7}" dt="2025-10-02T12:31:08.858" v="3144"/>
          <ac:spMkLst>
            <pc:docMk/>
            <pc:sldMk cId="3775376469" sldId="281"/>
            <ac:spMk id="5" creationId="{1199EBE9-9B2A-C8DF-E33D-D574F7E0D9F5}"/>
          </ac:spMkLst>
        </pc:spChg>
        <pc:spChg chg="add mod">
          <ac:chgData name="João Luiz Grave Gross" userId="70663aa8-58a3-482c-a5ab-33e75f2c9147" providerId="ADAL" clId="{1642D5D4-6F90-4729-B6C8-CF446D4D64F7}" dt="2025-10-02T12:31:30.307" v="3179"/>
          <ac:spMkLst>
            <pc:docMk/>
            <pc:sldMk cId="3775376469" sldId="281"/>
            <ac:spMk id="7" creationId="{92EEA7E1-7C7D-DF93-37F7-6A98B448DDBC}"/>
          </ac:spMkLst>
        </pc:spChg>
        <pc:spChg chg="del mod">
          <ac:chgData name="João Luiz Grave Gross" userId="70663aa8-58a3-482c-a5ab-33e75f2c9147" providerId="ADAL" clId="{1642D5D4-6F90-4729-B6C8-CF446D4D64F7}" dt="2025-10-02T12:31:26.473" v="3178" actId="478"/>
          <ac:spMkLst>
            <pc:docMk/>
            <pc:sldMk cId="3775376469" sldId="281"/>
            <ac:spMk id="14" creationId="{A718B5EB-2838-0E15-607B-72C57F009126}"/>
          </ac:spMkLst>
        </pc:spChg>
        <pc:picChg chg="add mod modCrop">
          <ac:chgData name="João Luiz Grave Gross" userId="70663aa8-58a3-482c-a5ab-33e75f2c9147" providerId="ADAL" clId="{1642D5D4-6F90-4729-B6C8-CF446D4D64F7}" dt="2025-10-02T12:31:23.713" v="3177" actId="1036"/>
          <ac:picMkLst>
            <pc:docMk/>
            <pc:sldMk cId="3775376469" sldId="281"/>
            <ac:picMk id="3" creationId="{1F623138-567A-34E6-E896-ACB143CF417A}"/>
          </ac:picMkLst>
        </pc:picChg>
        <pc:picChg chg="add mod modCrop">
          <ac:chgData name="João Luiz Grave Gross" userId="70663aa8-58a3-482c-a5ab-33e75f2c9147" providerId="ADAL" clId="{1642D5D4-6F90-4729-B6C8-CF446D4D64F7}" dt="2025-10-02T12:31:20.665" v="3166" actId="14100"/>
          <ac:picMkLst>
            <pc:docMk/>
            <pc:sldMk cId="3775376469" sldId="281"/>
            <ac:picMk id="6" creationId="{1AEC4657-C34A-6314-B086-377EE9CFE144}"/>
          </ac:picMkLst>
        </pc:picChg>
        <pc:picChg chg="add del mod">
          <ac:chgData name="João Luiz Grave Gross" userId="70663aa8-58a3-482c-a5ab-33e75f2c9147" providerId="ADAL" clId="{1642D5D4-6F90-4729-B6C8-CF446D4D64F7}" dt="2025-10-01T21:51:15.314" v="2224" actId="478"/>
          <ac:picMkLst>
            <pc:docMk/>
            <pc:sldMk cId="3775376469" sldId="281"/>
            <ac:picMk id="7" creationId="{D206821F-0A51-13BB-56A6-FDEAAB6E7CCE}"/>
          </ac:picMkLst>
        </pc:picChg>
        <pc:picChg chg="add mod">
          <ac:chgData name="João Luiz Grave Gross" userId="70663aa8-58a3-482c-a5ab-33e75f2c9147" providerId="ADAL" clId="{1642D5D4-6F90-4729-B6C8-CF446D4D64F7}" dt="2025-10-02T12:31:14.005" v="3164" actId="1036"/>
          <ac:picMkLst>
            <pc:docMk/>
            <pc:sldMk cId="3775376469" sldId="281"/>
            <ac:picMk id="8" creationId="{36CD340B-61E4-68A8-95F7-82283A5177D7}"/>
          </ac:picMkLst>
        </pc:picChg>
        <pc:picChg chg="del">
          <ac:chgData name="João Luiz Grave Gross" userId="70663aa8-58a3-482c-a5ab-33e75f2c9147" providerId="ADAL" clId="{1642D5D4-6F90-4729-B6C8-CF446D4D64F7}" dt="2025-10-01T21:49:40.837" v="2199" actId="478"/>
          <ac:picMkLst>
            <pc:docMk/>
            <pc:sldMk cId="3775376469" sldId="281"/>
            <ac:picMk id="11" creationId="{0F6592FF-0EFC-1C18-704A-77B324698F5F}"/>
          </ac:picMkLst>
        </pc:picChg>
        <pc:picChg chg="del">
          <ac:chgData name="João Luiz Grave Gross" userId="70663aa8-58a3-482c-a5ab-33e75f2c9147" providerId="ADAL" clId="{1642D5D4-6F90-4729-B6C8-CF446D4D64F7}" dt="2025-10-01T21:49:42.546" v="2200" actId="478"/>
          <ac:picMkLst>
            <pc:docMk/>
            <pc:sldMk cId="3775376469" sldId="281"/>
            <ac:picMk id="13" creationId="{FAF5C1B1-8792-E810-D489-04D7575B0EA1}"/>
          </ac:picMkLst>
        </pc:picChg>
      </pc:sldChg>
      <pc:sldChg chg="addSp delSp modSp add mod">
        <pc:chgData name="João Luiz Grave Gross" userId="70663aa8-58a3-482c-a5ab-33e75f2c9147" providerId="ADAL" clId="{1642D5D4-6F90-4729-B6C8-CF446D4D64F7}" dt="2025-10-01T21:56:29.931" v="2305" actId="20577"/>
        <pc:sldMkLst>
          <pc:docMk/>
          <pc:sldMk cId="1170554390" sldId="282"/>
        </pc:sldMkLst>
        <pc:spChg chg="mod">
          <ac:chgData name="João Luiz Grave Gross" userId="70663aa8-58a3-482c-a5ab-33e75f2c9147" providerId="ADAL" clId="{1642D5D4-6F90-4729-B6C8-CF446D4D64F7}" dt="2025-10-01T21:56:29.931" v="2305" actId="20577"/>
          <ac:spMkLst>
            <pc:docMk/>
            <pc:sldMk cId="1170554390" sldId="282"/>
            <ac:spMk id="2" creationId="{39713913-BE32-BC8E-EACD-25E0EE829A37}"/>
          </ac:spMkLst>
        </pc:spChg>
        <pc:spChg chg="mod">
          <ac:chgData name="João Luiz Grave Gross" userId="70663aa8-58a3-482c-a5ab-33e75f2c9147" providerId="ADAL" clId="{1642D5D4-6F90-4729-B6C8-CF446D4D64F7}" dt="2025-10-01T21:52:16.117" v="2262" actId="6549"/>
          <ac:spMkLst>
            <pc:docMk/>
            <pc:sldMk cId="1170554390" sldId="282"/>
            <ac:spMk id="3" creationId="{B588263A-584E-F8D5-A4AE-51D290B5ACD3}"/>
          </ac:spMkLst>
        </pc:spChg>
        <pc:spChg chg="add mod">
          <ac:chgData name="João Luiz Grave Gross" userId="70663aa8-58a3-482c-a5ab-33e75f2c9147" providerId="ADAL" clId="{1642D5D4-6F90-4729-B6C8-CF446D4D64F7}" dt="2025-10-01T21:55:41.250" v="2278" actId="14100"/>
          <ac:spMkLst>
            <pc:docMk/>
            <pc:sldMk cId="1170554390" sldId="282"/>
            <ac:spMk id="10" creationId="{3828B902-EC4D-FF07-D4C4-B5E26DECA2BF}"/>
          </ac:spMkLst>
        </pc:spChg>
        <pc:spChg chg="add del mod">
          <ac:chgData name="João Luiz Grave Gross" userId="70663aa8-58a3-482c-a5ab-33e75f2c9147" providerId="ADAL" clId="{1642D5D4-6F90-4729-B6C8-CF446D4D64F7}" dt="2025-10-01T21:55:59.095" v="2284" actId="478"/>
          <ac:spMkLst>
            <pc:docMk/>
            <pc:sldMk cId="1170554390" sldId="282"/>
            <ac:spMk id="11" creationId="{9AFEF129-1CC5-45A8-5C28-91AC3BD667C8}"/>
          </ac:spMkLst>
        </pc:spChg>
        <pc:spChg chg="add mod">
          <ac:chgData name="João Luiz Grave Gross" userId="70663aa8-58a3-482c-a5ab-33e75f2c9147" providerId="ADAL" clId="{1642D5D4-6F90-4729-B6C8-CF446D4D64F7}" dt="2025-10-01T21:56:15.640" v="2287" actId="208"/>
          <ac:spMkLst>
            <pc:docMk/>
            <pc:sldMk cId="1170554390" sldId="282"/>
            <ac:spMk id="12" creationId="{CC32D044-4DFB-D040-589C-CCAF0BE53C69}"/>
          </ac:spMkLst>
        </pc:spChg>
        <pc:picChg chg="del">
          <ac:chgData name="João Luiz Grave Gross" userId="70663aa8-58a3-482c-a5ab-33e75f2c9147" providerId="ADAL" clId="{1642D5D4-6F90-4729-B6C8-CF446D4D64F7}" dt="2025-10-01T21:52:17.600" v="2263" actId="478"/>
          <ac:picMkLst>
            <pc:docMk/>
            <pc:sldMk cId="1170554390" sldId="282"/>
            <ac:picMk id="6" creationId="{C062B90C-8D8D-E59B-DDDA-FC60843D20F2}"/>
          </ac:picMkLst>
        </pc:picChg>
        <pc:picChg chg="add mod">
          <ac:chgData name="João Luiz Grave Gross" userId="70663aa8-58a3-482c-a5ab-33e75f2c9147" providerId="ADAL" clId="{1642D5D4-6F90-4729-B6C8-CF446D4D64F7}" dt="2025-10-01T21:55:00.784" v="2273" actId="1076"/>
          <ac:picMkLst>
            <pc:docMk/>
            <pc:sldMk cId="1170554390" sldId="282"/>
            <ac:picMk id="7" creationId="{CDF7E3F5-66E2-6B4A-DD5E-DE49576082E3}"/>
          </ac:picMkLst>
        </pc:picChg>
        <pc:picChg chg="add mod">
          <ac:chgData name="João Luiz Grave Gross" userId="70663aa8-58a3-482c-a5ab-33e75f2c9147" providerId="ADAL" clId="{1642D5D4-6F90-4729-B6C8-CF446D4D64F7}" dt="2025-10-01T21:55:16.047" v="2274" actId="1076"/>
          <ac:picMkLst>
            <pc:docMk/>
            <pc:sldMk cId="1170554390" sldId="282"/>
            <ac:picMk id="9" creationId="{40FE9EC6-7D0F-0715-46B1-C1A1DC0F2D32}"/>
          </ac:picMkLst>
        </pc:picChg>
      </pc:sldChg>
      <pc:sldChg chg="addSp delSp modSp add mod">
        <pc:chgData name="João Luiz Grave Gross" userId="70663aa8-58a3-482c-a5ab-33e75f2c9147" providerId="ADAL" clId="{1642D5D4-6F90-4729-B6C8-CF446D4D64F7}" dt="2025-10-01T21:57:20.994" v="2338" actId="1076"/>
        <pc:sldMkLst>
          <pc:docMk/>
          <pc:sldMk cId="1433434" sldId="283"/>
        </pc:sldMkLst>
        <pc:spChg chg="add mod">
          <ac:chgData name="João Luiz Grave Gross" userId="70663aa8-58a3-482c-a5ab-33e75f2c9147" providerId="ADAL" clId="{1642D5D4-6F90-4729-B6C8-CF446D4D64F7}" dt="2025-10-01T21:57:20.994" v="2338" actId="1076"/>
          <ac:spMkLst>
            <pc:docMk/>
            <pc:sldMk cId="1433434" sldId="283"/>
            <ac:spMk id="5" creationId="{633743FD-C574-F54E-D0E2-EAF730CB3E3C}"/>
          </ac:spMkLst>
        </pc:spChg>
        <pc:spChg chg="del">
          <ac:chgData name="João Luiz Grave Gross" userId="70663aa8-58a3-482c-a5ab-33e75f2c9147" providerId="ADAL" clId="{1642D5D4-6F90-4729-B6C8-CF446D4D64F7}" dt="2025-10-01T21:56:49.798" v="2312" actId="478"/>
          <ac:spMkLst>
            <pc:docMk/>
            <pc:sldMk cId="1433434" sldId="283"/>
            <ac:spMk id="10" creationId="{60B40AC9-9F37-18EE-9782-80C75BC264DB}"/>
          </ac:spMkLst>
        </pc:spChg>
        <pc:spChg chg="del">
          <ac:chgData name="João Luiz Grave Gross" userId="70663aa8-58a3-482c-a5ab-33e75f2c9147" providerId="ADAL" clId="{1642D5D4-6F90-4729-B6C8-CF446D4D64F7}" dt="2025-10-01T21:56:49.039" v="2311" actId="478"/>
          <ac:spMkLst>
            <pc:docMk/>
            <pc:sldMk cId="1433434" sldId="283"/>
            <ac:spMk id="12" creationId="{951FE40C-57FC-82F9-DA6F-32274FA1B44D}"/>
          </ac:spMkLst>
        </pc:spChg>
        <pc:picChg chg="del">
          <ac:chgData name="João Luiz Grave Gross" userId="70663aa8-58a3-482c-a5ab-33e75f2c9147" providerId="ADAL" clId="{1642D5D4-6F90-4729-B6C8-CF446D4D64F7}" dt="2025-10-01T21:56:48.311" v="2310" actId="478"/>
          <ac:picMkLst>
            <pc:docMk/>
            <pc:sldMk cId="1433434" sldId="283"/>
            <ac:picMk id="7" creationId="{EE229B69-2CF7-E432-A429-E937665E9B7F}"/>
          </ac:picMkLst>
        </pc:picChg>
        <pc:picChg chg="del">
          <ac:chgData name="João Luiz Grave Gross" userId="70663aa8-58a3-482c-a5ab-33e75f2c9147" providerId="ADAL" clId="{1642D5D4-6F90-4729-B6C8-CF446D4D64F7}" dt="2025-10-01T21:56:47.271" v="2309" actId="478"/>
          <ac:picMkLst>
            <pc:docMk/>
            <pc:sldMk cId="1433434" sldId="283"/>
            <ac:picMk id="9" creationId="{C34EFB18-25E0-3A26-44D7-F902240A162C}"/>
          </ac:picMkLst>
        </pc:picChg>
      </pc:sldChg>
      <pc:sldChg chg="new del">
        <pc:chgData name="João Luiz Grave Gross" userId="70663aa8-58a3-482c-a5ab-33e75f2c9147" providerId="ADAL" clId="{1642D5D4-6F90-4729-B6C8-CF446D4D64F7}" dt="2025-10-02T12:11:09.713" v="2590" actId="47"/>
        <pc:sldMkLst>
          <pc:docMk/>
          <pc:sldMk cId="857435538" sldId="284"/>
        </pc:sldMkLst>
      </pc:sldChg>
      <pc:sldChg chg="delSp modSp add mod ord">
        <pc:chgData name="João Luiz Grave Gross" userId="70663aa8-58a3-482c-a5ab-33e75f2c9147" providerId="ADAL" clId="{1642D5D4-6F90-4729-B6C8-CF446D4D64F7}" dt="2025-10-02T12:43:20.513" v="3513" actId="20577"/>
        <pc:sldMkLst>
          <pc:docMk/>
          <pc:sldMk cId="4184877138" sldId="284"/>
        </pc:sldMkLst>
        <pc:spChg chg="mod">
          <ac:chgData name="João Luiz Grave Gross" userId="70663aa8-58a3-482c-a5ab-33e75f2c9147" providerId="ADAL" clId="{1642D5D4-6F90-4729-B6C8-CF446D4D64F7}" dt="2025-10-02T12:11:19.922" v="2608" actId="20577"/>
          <ac:spMkLst>
            <pc:docMk/>
            <pc:sldMk cId="4184877138" sldId="284"/>
            <ac:spMk id="2" creationId="{A88C3032-6FB4-76E8-31B8-4FA0191B3DC1}"/>
          </ac:spMkLst>
        </pc:spChg>
        <pc:spChg chg="mod">
          <ac:chgData name="João Luiz Grave Gross" userId="70663aa8-58a3-482c-a5ab-33e75f2c9147" providerId="ADAL" clId="{1642D5D4-6F90-4729-B6C8-CF446D4D64F7}" dt="2025-10-02T12:43:20.513" v="3513" actId="20577"/>
          <ac:spMkLst>
            <pc:docMk/>
            <pc:sldMk cId="4184877138" sldId="284"/>
            <ac:spMk id="3" creationId="{1C980AE3-41E4-E840-731F-50FBC6A78096}"/>
          </ac:spMkLst>
        </pc:spChg>
        <pc:spChg chg="del">
          <ac:chgData name="João Luiz Grave Gross" userId="70663aa8-58a3-482c-a5ab-33e75f2c9147" providerId="ADAL" clId="{1642D5D4-6F90-4729-B6C8-CF446D4D64F7}" dt="2025-10-02T12:12:21.851" v="2681" actId="478"/>
          <ac:spMkLst>
            <pc:docMk/>
            <pc:sldMk cId="4184877138" sldId="284"/>
            <ac:spMk id="9" creationId="{A6C104FA-68AC-AFD1-C7A0-0AF1836A1794}"/>
          </ac:spMkLst>
        </pc:spChg>
        <pc:picChg chg="del">
          <ac:chgData name="João Luiz Grave Gross" userId="70663aa8-58a3-482c-a5ab-33e75f2c9147" providerId="ADAL" clId="{1642D5D4-6F90-4729-B6C8-CF446D4D64F7}" dt="2025-10-02T12:12:18.821" v="2680" actId="478"/>
          <ac:picMkLst>
            <pc:docMk/>
            <pc:sldMk cId="4184877138" sldId="284"/>
            <ac:picMk id="6" creationId="{FDA58964-06C9-71A2-9D99-C6B28CD39586}"/>
          </ac:picMkLst>
        </pc:picChg>
      </pc:sldChg>
      <pc:sldChg chg="addSp modSp add mod">
        <pc:chgData name="João Luiz Grave Gross" userId="70663aa8-58a3-482c-a5ab-33e75f2c9147" providerId="ADAL" clId="{1642D5D4-6F90-4729-B6C8-CF446D4D64F7}" dt="2025-10-02T12:34:21.253" v="3361" actId="20577"/>
        <pc:sldMkLst>
          <pc:docMk/>
          <pc:sldMk cId="2181929786" sldId="285"/>
        </pc:sldMkLst>
        <pc:spChg chg="mod">
          <ac:chgData name="João Luiz Grave Gross" userId="70663aa8-58a3-482c-a5ab-33e75f2c9147" providerId="ADAL" clId="{1642D5D4-6F90-4729-B6C8-CF446D4D64F7}" dt="2025-10-02T12:33:17.195" v="3308" actId="20577"/>
          <ac:spMkLst>
            <pc:docMk/>
            <pc:sldMk cId="2181929786" sldId="285"/>
            <ac:spMk id="2" creationId="{BD3CB7E4-95D0-9D5A-4804-FB8B31E44499}"/>
          </ac:spMkLst>
        </pc:spChg>
        <pc:spChg chg="mod">
          <ac:chgData name="João Luiz Grave Gross" userId="70663aa8-58a3-482c-a5ab-33e75f2c9147" providerId="ADAL" clId="{1642D5D4-6F90-4729-B6C8-CF446D4D64F7}" dt="2025-10-02T12:34:21.253" v="3361" actId="20577"/>
          <ac:spMkLst>
            <pc:docMk/>
            <pc:sldMk cId="2181929786" sldId="285"/>
            <ac:spMk id="3" creationId="{AE568FDB-26A3-830A-6EA8-6A40013C11E5}"/>
          </ac:spMkLst>
        </pc:spChg>
        <pc:picChg chg="add mod">
          <ac:chgData name="João Luiz Grave Gross" userId="70663aa8-58a3-482c-a5ab-33e75f2c9147" providerId="ADAL" clId="{1642D5D4-6F90-4729-B6C8-CF446D4D64F7}" dt="2025-10-02T12:34:05.894" v="3333" actId="14100"/>
          <ac:picMkLst>
            <pc:docMk/>
            <pc:sldMk cId="2181929786" sldId="285"/>
            <ac:picMk id="6" creationId="{C00DAAED-7FD5-A15F-FF31-A70B50056F1B}"/>
          </ac:picMkLst>
        </pc:picChg>
      </pc:sldChg>
      <pc:sldChg chg="addSp delSp modSp add mod">
        <pc:chgData name="João Luiz Grave Gross" userId="70663aa8-58a3-482c-a5ab-33e75f2c9147" providerId="ADAL" clId="{1642D5D4-6F90-4729-B6C8-CF446D4D64F7}" dt="2025-10-02T12:46:59.358" v="3618" actId="20577"/>
        <pc:sldMkLst>
          <pc:docMk/>
          <pc:sldMk cId="2547759613" sldId="286"/>
        </pc:sldMkLst>
        <pc:spChg chg="mod">
          <ac:chgData name="João Luiz Grave Gross" userId="70663aa8-58a3-482c-a5ab-33e75f2c9147" providerId="ADAL" clId="{1642D5D4-6F90-4729-B6C8-CF446D4D64F7}" dt="2025-10-02T12:46:59.358" v="3618" actId="20577"/>
          <ac:spMkLst>
            <pc:docMk/>
            <pc:sldMk cId="2547759613" sldId="286"/>
            <ac:spMk id="3" creationId="{9ECA5A31-9553-43DA-0723-6BCAC709BA10}"/>
          </ac:spMkLst>
        </pc:spChg>
        <pc:picChg chg="del">
          <ac:chgData name="João Luiz Grave Gross" userId="70663aa8-58a3-482c-a5ab-33e75f2c9147" providerId="ADAL" clId="{1642D5D4-6F90-4729-B6C8-CF446D4D64F7}" dt="2025-10-02T12:35:10.513" v="3392" actId="478"/>
          <ac:picMkLst>
            <pc:docMk/>
            <pc:sldMk cId="2547759613" sldId="286"/>
            <ac:picMk id="6" creationId="{69044A89-AE9D-712F-3A5A-B89108017F89}"/>
          </ac:picMkLst>
        </pc:picChg>
        <pc:picChg chg="add mod">
          <ac:chgData name="João Luiz Grave Gross" userId="70663aa8-58a3-482c-a5ab-33e75f2c9147" providerId="ADAL" clId="{1642D5D4-6F90-4729-B6C8-CF446D4D64F7}" dt="2025-10-02T12:46:45.077" v="3580" actId="1076"/>
          <ac:picMkLst>
            <pc:docMk/>
            <pc:sldMk cId="2547759613" sldId="286"/>
            <ac:picMk id="7" creationId="{3747247B-11E4-A2F1-96D9-758E149EE98C}"/>
          </ac:picMkLst>
        </pc:picChg>
        <pc:picChg chg="add del">
          <ac:chgData name="João Luiz Grave Gross" userId="70663aa8-58a3-482c-a5ab-33e75f2c9147" providerId="ADAL" clId="{1642D5D4-6F90-4729-B6C8-CF446D4D64F7}" dt="2025-10-02T12:35:33.635" v="3398" actId="22"/>
          <ac:picMkLst>
            <pc:docMk/>
            <pc:sldMk cId="2547759613" sldId="286"/>
            <ac:picMk id="9" creationId="{D5C4E927-96FA-DC8C-FD24-42F5F4CFEBC2}"/>
          </ac:picMkLst>
        </pc:picChg>
      </pc:sldChg>
      <pc:sldChg chg="addSp delSp modSp add mod">
        <pc:chgData name="João Luiz Grave Gross" userId="70663aa8-58a3-482c-a5ab-33e75f2c9147" providerId="ADAL" clId="{1642D5D4-6F90-4729-B6C8-CF446D4D64F7}" dt="2025-10-02T12:42:48.099" v="3493" actId="1076"/>
        <pc:sldMkLst>
          <pc:docMk/>
          <pc:sldMk cId="357584813" sldId="287"/>
        </pc:sldMkLst>
        <pc:spChg chg="mod">
          <ac:chgData name="João Luiz Grave Gross" userId="70663aa8-58a3-482c-a5ab-33e75f2c9147" providerId="ADAL" clId="{1642D5D4-6F90-4729-B6C8-CF446D4D64F7}" dt="2025-10-02T12:36:15.693" v="3456" actId="20577"/>
          <ac:spMkLst>
            <pc:docMk/>
            <pc:sldMk cId="357584813" sldId="287"/>
            <ac:spMk id="3" creationId="{E4CFD4E7-509E-D031-9A82-CF231F722678}"/>
          </ac:spMkLst>
        </pc:spChg>
        <pc:picChg chg="add del mod modCrop">
          <ac:chgData name="João Luiz Grave Gross" userId="70663aa8-58a3-482c-a5ab-33e75f2c9147" providerId="ADAL" clId="{1642D5D4-6F90-4729-B6C8-CF446D4D64F7}" dt="2025-10-02T12:37:04.775" v="3461" actId="478"/>
          <ac:picMkLst>
            <pc:docMk/>
            <pc:sldMk cId="357584813" sldId="287"/>
            <ac:picMk id="6" creationId="{5C964EF1-4AF0-379C-C98F-8F329480245A}"/>
          </ac:picMkLst>
        </pc:picChg>
        <pc:picChg chg="del mod">
          <ac:chgData name="João Luiz Grave Gross" userId="70663aa8-58a3-482c-a5ab-33e75f2c9147" providerId="ADAL" clId="{1642D5D4-6F90-4729-B6C8-CF446D4D64F7}" dt="2025-10-02T12:35:44.640" v="3421" actId="478"/>
          <ac:picMkLst>
            <pc:docMk/>
            <pc:sldMk cId="357584813" sldId="287"/>
            <ac:picMk id="7" creationId="{4B3AA0F7-CB6D-C858-29B6-22C965FA8D1B}"/>
          </ac:picMkLst>
        </pc:picChg>
        <pc:picChg chg="add del mod">
          <ac:chgData name="João Luiz Grave Gross" userId="70663aa8-58a3-482c-a5ab-33e75f2c9147" providerId="ADAL" clId="{1642D5D4-6F90-4729-B6C8-CF446D4D64F7}" dt="2025-10-02T12:38:44.456" v="3473" actId="478"/>
          <ac:picMkLst>
            <pc:docMk/>
            <pc:sldMk cId="357584813" sldId="287"/>
            <ac:picMk id="9" creationId="{DC3F20D1-3BEF-0AA7-5676-F7251ECE7A66}"/>
          </ac:picMkLst>
        </pc:picChg>
        <pc:picChg chg="add del">
          <ac:chgData name="João Luiz Grave Gross" userId="70663aa8-58a3-482c-a5ab-33e75f2c9147" providerId="ADAL" clId="{1642D5D4-6F90-4729-B6C8-CF446D4D64F7}" dt="2025-10-02T12:37:14.417" v="3463" actId="22"/>
          <ac:picMkLst>
            <pc:docMk/>
            <pc:sldMk cId="357584813" sldId="287"/>
            <ac:picMk id="11" creationId="{48408BB3-E17B-1FA0-D624-7575ADD918D8}"/>
          </ac:picMkLst>
        </pc:picChg>
        <pc:picChg chg="add mod">
          <ac:chgData name="João Luiz Grave Gross" userId="70663aa8-58a3-482c-a5ab-33e75f2c9147" providerId="ADAL" clId="{1642D5D4-6F90-4729-B6C8-CF446D4D64F7}" dt="2025-10-02T12:39:12.151" v="3482" actId="1076"/>
          <ac:picMkLst>
            <pc:docMk/>
            <pc:sldMk cId="357584813" sldId="287"/>
            <ac:picMk id="13" creationId="{58196CD1-6E67-476D-B028-260AB30C8BF8}"/>
          </ac:picMkLst>
        </pc:picChg>
        <pc:picChg chg="add del mod">
          <ac:chgData name="João Luiz Grave Gross" userId="70663aa8-58a3-482c-a5ab-33e75f2c9147" providerId="ADAL" clId="{1642D5D4-6F90-4729-B6C8-CF446D4D64F7}" dt="2025-10-02T12:39:17.421" v="3485" actId="478"/>
          <ac:picMkLst>
            <pc:docMk/>
            <pc:sldMk cId="357584813" sldId="287"/>
            <ac:picMk id="15" creationId="{B9A93E7C-8B4F-2E53-A642-2B7955E4E369}"/>
          </ac:picMkLst>
        </pc:picChg>
        <pc:picChg chg="add mod">
          <ac:chgData name="João Luiz Grave Gross" userId="70663aa8-58a3-482c-a5ab-33e75f2c9147" providerId="ADAL" clId="{1642D5D4-6F90-4729-B6C8-CF446D4D64F7}" dt="2025-10-02T12:39:51.465" v="3490" actId="14100"/>
          <ac:picMkLst>
            <pc:docMk/>
            <pc:sldMk cId="357584813" sldId="287"/>
            <ac:picMk id="17" creationId="{93F0B778-4014-B1A0-AE38-72EEAE7286EB}"/>
          </ac:picMkLst>
        </pc:picChg>
        <pc:picChg chg="add mod">
          <ac:chgData name="João Luiz Grave Gross" userId="70663aa8-58a3-482c-a5ab-33e75f2c9147" providerId="ADAL" clId="{1642D5D4-6F90-4729-B6C8-CF446D4D64F7}" dt="2025-10-02T12:42:48.099" v="3493" actId="1076"/>
          <ac:picMkLst>
            <pc:docMk/>
            <pc:sldMk cId="357584813" sldId="287"/>
            <ac:picMk id="19" creationId="{419FC841-708D-D58C-7692-53617E707CAC}"/>
          </ac:picMkLst>
        </pc:picChg>
      </pc:sldChg>
      <pc:sldChg chg="addSp delSp modSp add mod">
        <pc:chgData name="João Luiz Grave Gross" userId="70663aa8-58a3-482c-a5ab-33e75f2c9147" providerId="ADAL" clId="{1642D5D4-6F90-4729-B6C8-CF446D4D64F7}" dt="2025-10-02T12:48:02.347" v="3680" actId="1036"/>
        <pc:sldMkLst>
          <pc:docMk/>
          <pc:sldMk cId="1132930727" sldId="288"/>
        </pc:sldMkLst>
        <pc:spChg chg="mod">
          <ac:chgData name="João Luiz Grave Gross" userId="70663aa8-58a3-482c-a5ab-33e75f2c9147" providerId="ADAL" clId="{1642D5D4-6F90-4729-B6C8-CF446D4D64F7}" dt="2025-10-02T12:47:27.279" v="3673" actId="20577"/>
          <ac:spMkLst>
            <pc:docMk/>
            <pc:sldMk cId="1132930727" sldId="288"/>
            <ac:spMk id="3" creationId="{09675329-5578-6712-1D7D-A10C3925E2D5}"/>
          </ac:spMkLst>
        </pc:spChg>
        <pc:picChg chg="add mod">
          <ac:chgData name="João Luiz Grave Gross" userId="70663aa8-58a3-482c-a5ab-33e75f2c9147" providerId="ADAL" clId="{1642D5D4-6F90-4729-B6C8-CF446D4D64F7}" dt="2025-10-02T12:48:02.347" v="3680" actId="1036"/>
          <ac:picMkLst>
            <pc:docMk/>
            <pc:sldMk cId="1132930727" sldId="288"/>
            <ac:picMk id="6" creationId="{06C3ED27-ECB9-687E-DC03-7D9466099F43}"/>
          </ac:picMkLst>
        </pc:picChg>
        <pc:picChg chg="del">
          <ac:chgData name="João Luiz Grave Gross" userId="70663aa8-58a3-482c-a5ab-33e75f2c9147" providerId="ADAL" clId="{1642D5D4-6F90-4729-B6C8-CF446D4D64F7}" dt="2025-10-02T12:47:29.676" v="3675" actId="478"/>
          <ac:picMkLst>
            <pc:docMk/>
            <pc:sldMk cId="1132930727" sldId="288"/>
            <ac:picMk id="13" creationId="{63E06FB1-057B-2010-5706-50C87C814559}"/>
          </ac:picMkLst>
        </pc:picChg>
        <pc:picChg chg="del">
          <ac:chgData name="João Luiz Grave Gross" userId="70663aa8-58a3-482c-a5ab-33e75f2c9147" providerId="ADAL" clId="{1642D5D4-6F90-4729-B6C8-CF446D4D64F7}" dt="2025-10-02T12:47:29.264" v="3674" actId="478"/>
          <ac:picMkLst>
            <pc:docMk/>
            <pc:sldMk cId="1132930727" sldId="288"/>
            <ac:picMk id="17" creationId="{03A4E543-939B-5015-9799-5994A401F251}"/>
          </ac:picMkLst>
        </pc:picChg>
        <pc:picChg chg="del">
          <ac:chgData name="João Luiz Grave Gross" userId="70663aa8-58a3-482c-a5ab-33e75f2c9147" providerId="ADAL" clId="{1642D5D4-6F90-4729-B6C8-CF446D4D64F7}" dt="2025-10-02T12:47:30.193" v="3676" actId="478"/>
          <ac:picMkLst>
            <pc:docMk/>
            <pc:sldMk cId="1132930727" sldId="288"/>
            <ac:picMk id="19" creationId="{44188B6F-396D-E438-14C2-27E3D6BEA81F}"/>
          </ac:picMkLst>
        </pc:picChg>
      </pc:sldChg>
      <pc:sldChg chg="addSp delSp modSp add mod">
        <pc:chgData name="João Luiz Grave Gross" userId="70663aa8-58a3-482c-a5ab-33e75f2c9147" providerId="ADAL" clId="{1642D5D4-6F90-4729-B6C8-CF446D4D64F7}" dt="2025-10-02T12:57:51.645" v="4364" actId="14100"/>
        <pc:sldMkLst>
          <pc:docMk/>
          <pc:sldMk cId="3745213728" sldId="289"/>
        </pc:sldMkLst>
        <pc:spChg chg="del">
          <ac:chgData name="João Luiz Grave Gross" userId="70663aa8-58a3-482c-a5ab-33e75f2c9147" providerId="ADAL" clId="{1642D5D4-6F90-4729-B6C8-CF446D4D64F7}" dt="2025-10-02T12:56:33.762" v="4314" actId="478"/>
          <ac:spMkLst>
            <pc:docMk/>
            <pc:sldMk cId="3745213728" sldId="289"/>
            <ac:spMk id="2" creationId="{746A9A9A-910C-1010-D666-F132F511D139}"/>
          </ac:spMkLst>
        </pc:spChg>
        <pc:spChg chg="add del mod">
          <ac:chgData name="João Luiz Grave Gross" userId="70663aa8-58a3-482c-a5ab-33e75f2c9147" providerId="ADAL" clId="{1642D5D4-6F90-4729-B6C8-CF446D4D64F7}" dt="2025-10-02T12:56:35.522" v="4315" actId="478"/>
          <ac:spMkLst>
            <pc:docMk/>
            <pc:sldMk cId="3745213728" sldId="289"/>
            <ac:spMk id="5" creationId="{8E33CD5B-9BD8-76DE-6999-00F8803257B5}"/>
          </ac:spMkLst>
        </pc:spChg>
        <pc:spChg chg="add mod">
          <ac:chgData name="João Luiz Grave Gross" userId="70663aa8-58a3-482c-a5ab-33e75f2c9147" providerId="ADAL" clId="{1642D5D4-6F90-4729-B6C8-CF446D4D64F7}" dt="2025-10-02T12:57:51.645" v="4364" actId="14100"/>
          <ac:spMkLst>
            <pc:docMk/>
            <pc:sldMk cId="3745213728" sldId="289"/>
            <ac:spMk id="6" creationId="{952F2D54-3EB1-C81D-9007-7A7DC94C1C92}"/>
          </ac:spMkLst>
        </pc:spChg>
        <pc:picChg chg="mod">
          <ac:chgData name="João Luiz Grave Gross" userId="70663aa8-58a3-482c-a5ab-33e75f2c9147" providerId="ADAL" clId="{1642D5D4-6F90-4729-B6C8-CF446D4D64F7}" dt="2025-10-02T12:57:41.088" v="4362" actId="1076"/>
          <ac:picMkLst>
            <pc:docMk/>
            <pc:sldMk cId="3745213728" sldId="289"/>
            <ac:picMk id="8" creationId="{36F05054-8A86-D834-351B-2C9DCBE3C7FD}"/>
          </ac:picMkLst>
        </pc:picChg>
      </pc:sldChg>
    </pc:docChg>
  </pc:docChgLst>
  <pc:docChgLst>
    <pc:chgData name="João Luiz Grave Gross" userId="70663aa8-58a3-482c-a5ab-33e75f2c9147" providerId="ADAL" clId="{542540D9-DCFF-4B9A-8570-34816921DC13}"/>
    <pc:docChg chg="undo redo custSel addSld delSld modSld sldOrd">
      <pc:chgData name="João Luiz Grave Gross" userId="70663aa8-58a3-482c-a5ab-33e75f2c9147" providerId="ADAL" clId="{542540D9-DCFF-4B9A-8570-34816921DC13}" dt="2025-08-30T01:53:52.366" v="5743"/>
      <pc:docMkLst>
        <pc:docMk/>
      </pc:docMkLst>
      <pc:sldChg chg="addSp delSp modSp new mod setBg modClrScheme chgLayout">
        <pc:chgData name="João Luiz Grave Gross" userId="70663aa8-58a3-482c-a5ab-33e75f2c9147" providerId="ADAL" clId="{542540D9-DCFF-4B9A-8570-34816921DC13}" dt="2025-08-30T01:53:52.366" v="5743"/>
        <pc:sldMkLst>
          <pc:docMk/>
          <pc:sldMk cId="47810229" sldId="256"/>
        </pc:sldMkLst>
      </pc:sldChg>
      <pc:sldChg chg="del">
        <pc:chgData name="João Luiz Grave Gross" userId="70663aa8-58a3-482c-a5ab-33e75f2c9147" providerId="ADAL" clId="{542540D9-DCFF-4B9A-8570-34816921DC13}" dt="2025-08-29T15:26:20.367" v="0" actId="2696"/>
        <pc:sldMkLst>
          <pc:docMk/>
          <pc:sldMk cId="3060933389" sldId="256"/>
        </pc:sldMkLst>
      </pc:sldChg>
      <pc:sldChg chg="addSp delSp modSp new mod setBg">
        <pc:chgData name="João Luiz Grave Gross" userId="70663aa8-58a3-482c-a5ab-33e75f2c9147" providerId="ADAL" clId="{542540D9-DCFF-4B9A-8570-34816921DC13}" dt="2025-08-30T01:53:52.366" v="5743"/>
        <pc:sldMkLst>
          <pc:docMk/>
          <pc:sldMk cId="1631264518" sldId="257"/>
        </pc:sldMkLst>
      </pc:sldChg>
      <pc:sldChg chg="new del">
        <pc:chgData name="João Luiz Grave Gross" userId="70663aa8-58a3-482c-a5ab-33e75f2c9147" providerId="ADAL" clId="{542540D9-DCFF-4B9A-8570-34816921DC13}" dt="2025-08-29T15:27:03.167" v="5" actId="47"/>
        <pc:sldMkLst>
          <pc:docMk/>
          <pc:sldMk cId="4146926647" sldId="257"/>
        </pc:sldMkLst>
      </pc:sldChg>
      <pc:sldChg chg="modSp new mod ord">
        <pc:chgData name="João Luiz Grave Gross" userId="70663aa8-58a3-482c-a5ab-33e75f2c9147" providerId="ADAL" clId="{542540D9-DCFF-4B9A-8570-34816921DC13}" dt="2025-08-30T01:53:52.366" v="5743"/>
        <pc:sldMkLst>
          <pc:docMk/>
          <pc:sldMk cId="374058148" sldId="258"/>
        </pc:sldMkLst>
      </pc:sldChg>
      <pc:sldChg chg="modSp new mod ord">
        <pc:chgData name="João Luiz Grave Gross" userId="70663aa8-58a3-482c-a5ab-33e75f2c9147" providerId="ADAL" clId="{542540D9-DCFF-4B9A-8570-34816921DC13}" dt="2025-08-30T01:53:52.366" v="5743"/>
        <pc:sldMkLst>
          <pc:docMk/>
          <pc:sldMk cId="794135920" sldId="259"/>
        </pc:sldMkLst>
      </pc:sldChg>
      <pc:sldChg chg="modSp new mod">
        <pc:chgData name="João Luiz Grave Gross" userId="70663aa8-58a3-482c-a5ab-33e75f2c9147" providerId="ADAL" clId="{542540D9-DCFF-4B9A-8570-34816921DC13}" dt="2025-08-30T01:53:52.366" v="5743"/>
        <pc:sldMkLst>
          <pc:docMk/>
          <pc:sldMk cId="288332579" sldId="260"/>
        </pc:sldMkLst>
      </pc:sldChg>
      <pc:sldChg chg="modSp new mod">
        <pc:chgData name="João Luiz Grave Gross" userId="70663aa8-58a3-482c-a5ab-33e75f2c9147" providerId="ADAL" clId="{542540D9-DCFF-4B9A-8570-34816921DC13}" dt="2025-08-30T01:53:52.366" v="5743"/>
        <pc:sldMkLst>
          <pc:docMk/>
          <pc:sldMk cId="939074047" sldId="261"/>
        </pc:sldMkLst>
      </pc:sldChg>
      <pc:sldChg chg="modSp new mod ord">
        <pc:chgData name="João Luiz Grave Gross" userId="70663aa8-58a3-482c-a5ab-33e75f2c9147" providerId="ADAL" clId="{542540D9-DCFF-4B9A-8570-34816921DC13}" dt="2025-08-30T01:53:52.366" v="5743"/>
        <pc:sldMkLst>
          <pc:docMk/>
          <pc:sldMk cId="1293801074" sldId="262"/>
        </pc:sldMkLst>
      </pc:sldChg>
      <pc:sldChg chg="addSp delSp modSp new mod">
        <pc:chgData name="João Luiz Grave Gross" userId="70663aa8-58a3-482c-a5ab-33e75f2c9147" providerId="ADAL" clId="{542540D9-DCFF-4B9A-8570-34816921DC13}" dt="2025-08-30T01:53:52.366" v="5743"/>
        <pc:sldMkLst>
          <pc:docMk/>
          <pc:sldMk cId="1117785298" sldId="263"/>
        </pc:sldMkLst>
      </pc:sldChg>
      <pc:sldChg chg="addSp delSp modSp new mod setBg">
        <pc:chgData name="João Luiz Grave Gross" userId="70663aa8-58a3-482c-a5ab-33e75f2c9147" providerId="ADAL" clId="{542540D9-DCFF-4B9A-8570-34816921DC13}" dt="2025-08-30T01:53:52.366" v="5743"/>
        <pc:sldMkLst>
          <pc:docMk/>
          <pc:sldMk cId="143472058" sldId="264"/>
        </pc:sldMkLst>
      </pc:sldChg>
      <pc:sldChg chg="addSp delSp modSp new mod">
        <pc:chgData name="João Luiz Grave Gross" userId="70663aa8-58a3-482c-a5ab-33e75f2c9147" providerId="ADAL" clId="{542540D9-DCFF-4B9A-8570-34816921DC13}" dt="2025-08-30T01:53:52.366" v="5743"/>
        <pc:sldMkLst>
          <pc:docMk/>
          <pc:sldMk cId="203766769" sldId="265"/>
        </pc:sldMkLst>
      </pc:sldChg>
      <pc:sldChg chg="modSp new mod">
        <pc:chgData name="João Luiz Grave Gross" userId="70663aa8-58a3-482c-a5ab-33e75f2c9147" providerId="ADAL" clId="{542540D9-DCFF-4B9A-8570-34816921DC13}" dt="2025-08-30T01:53:52.366" v="5743"/>
        <pc:sldMkLst>
          <pc:docMk/>
          <pc:sldMk cId="676808302" sldId="266"/>
        </pc:sldMkLst>
      </pc:sldChg>
      <pc:sldChg chg="addSp delSp modSp add mod setBg">
        <pc:chgData name="João Luiz Grave Gross" userId="70663aa8-58a3-482c-a5ab-33e75f2c9147" providerId="ADAL" clId="{542540D9-DCFF-4B9A-8570-34816921DC13}" dt="2025-08-30T01:53:52.366" v="5743"/>
        <pc:sldMkLst>
          <pc:docMk/>
          <pc:sldMk cId="2502414847" sldId="267"/>
        </pc:sldMkLst>
      </pc:sldChg>
      <pc:sldChg chg="modSp add mod ord">
        <pc:chgData name="João Luiz Grave Gross" userId="70663aa8-58a3-482c-a5ab-33e75f2c9147" providerId="ADAL" clId="{542540D9-DCFF-4B9A-8570-34816921DC13}" dt="2025-08-30T01:53:52.366" v="5743"/>
        <pc:sldMkLst>
          <pc:docMk/>
          <pc:sldMk cId="1312181359" sldId="268"/>
        </pc:sldMkLst>
      </pc:sldChg>
      <pc:sldChg chg="modSp add del mod">
        <pc:chgData name="João Luiz Grave Gross" userId="70663aa8-58a3-482c-a5ab-33e75f2c9147" providerId="ADAL" clId="{542540D9-DCFF-4B9A-8570-34816921DC13}" dt="2025-08-29T22:58:48.909" v="2219" actId="47"/>
        <pc:sldMkLst>
          <pc:docMk/>
          <pc:sldMk cId="614129771" sldId="269"/>
        </pc:sldMkLst>
      </pc:sldChg>
      <pc:sldChg chg="addSp delSp modSp add mod setBg">
        <pc:chgData name="João Luiz Grave Gross" userId="70663aa8-58a3-482c-a5ab-33e75f2c9147" providerId="ADAL" clId="{542540D9-DCFF-4B9A-8570-34816921DC13}" dt="2025-08-30T01:53:52.366" v="5743"/>
        <pc:sldMkLst>
          <pc:docMk/>
          <pc:sldMk cId="904690256" sldId="269"/>
        </pc:sldMkLst>
      </pc:sldChg>
      <pc:sldChg chg="modSp add mod ord">
        <pc:chgData name="João Luiz Grave Gross" userId="70663aa8-58a3-482c-a5ab-33e75f2c9147" providerId="ADAL" clId="{542540D9-DCFF-4B9A-8570-34816921DC13}" dt="2025-08-30T01:53:52.366" v="5743"/>
        <pc:sldMkLst>
          <pc:docMk/>
          <pc:sldMk cId="2251275311" sldId="270"/>
        </pc:sldMkLst>
      </pc:sldChg>
      <pc:sldChg chg="modSp add mod">
        <pc:chgData name="João Luiz Grave Gross" userId="70663aa8-58a3-482c-a5ab-33e75f2c9147" providerId="ADAL" clId="{542540D9-DCFF-4B9A-8570-34816921DC13}" dt="2025-08-30T01:53:52.366" v="5743"/>
        <pc:sldMkLst>
          <pc:docMk/>
          <pc:sldMk cId="266257524" sldId="271"/>
        </pc:sldMkLst>
      </pc:sldChg>
      <pc:sldChg chg="modSp add mod modShow">
        <pc:chgData name="João Luiz Grave Gross" userId="70663aa8-58a3-482c-a5ab-33e75f2c9147" providerId="ADAL" clId="{542540D9-DCFF-4B9A-8570-34816921DC13}" dt="2025-08-30T01:53:52.366" v="5743"/>
        <pc:sldMkLst>
          <pc:docMk/>
          <pc:sldMk cId="3551033221" sldId="272"/>
        </pc:sldMkLst>
      </pc:sldChg>
      <pc:sldChg chg="modSp add mod">
        <pc:chgData name="João Luiz Grave Gross" userId="70663aa8-58a3-482c-a5ab-33e75f2c9147" providerId="ADAL" clId="{542540D9-DCFF-4B9A-8570-34816921DC13}" dt="2025-08-30T01:53:52.366" v="5743"/>
        <pc:sldMkLst>
          <pc:docMk/>
          <pc:sldMk cId="3312667182" sldId="273"/>
        </pc:sldMkLst>
      </pc:sldChg>
      <pc:sldChg chg="modSp add mod">
        <pc:chgData name="João Luiz Grave Gross" userId="70663aa8-58a3-482c-a5ab-33e75f2c9147" providerId="ADAL" clId="{542540D9-DCFF-4B9A-8570-34816921DC13}" dt="2025-08-30T01:53:52.366" v="5743"/>
        <pc:sldMkLst>
          <pc:docMk/>
          <pc:sldMk cId="3028708895" sldId="274"/>
        </pc:sldMkLst>
      </pc:sldChg>
      <pc:sldChg chg="modSp new mod ord">
        <pc:chgData name="João Luiz Grave Gross" userId="70663aa8-58a3-482c-a5ab-33e75f2c9147" providerId="ADAL" clId="{542540D9-DCFF-4B9A-8570-34816921DC13}" dt="2025-08-30T01:53:52.366" v="5743"/>
        <pc:sldMkLst>
          <pc:docMk/>
          <pc:sldMk cId="3944873945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E37165-AD05-40CF-837F-87AAE2E9CB3C}" type="datetimeFigureOut">
              <a:rPr lang="pt-BR" smtClean="0"/>
              <a:t>02/10/2025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47C67-598D-459E-BBF4-2A6A5D8B3D0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4421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5A5CB361-D3A0-4F07-9956-A4088440887D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77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42DC5-C96C-4C2E-B22D-93D764C3B6F2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851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E221F185-75C3-4B3C-AA1F-553DC8149EBC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769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D7726DA-198B-4787-9EBC-75A0992C3644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95821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45A536A-73D3-4014-B6E9-451150722166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88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483498-199A-4D1B-8519-AB33EB483840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36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28A20DD-4DDE-40E8-A9B0-06CB2FF6486B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96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92C6F27-A153-4762-98CC-FD765AF336E3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34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654BDFB-221D-439B-9FE1-56A9848B7E3C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51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BD6ED-30C1-434C-9E13-883544CD1709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29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DA9F0-F28D-4CBB-B6B2-41B75FEA0475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5876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B8031-D506-4594-9A76-9D37B195C745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8494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6BC3F-B712-47C4-8854-E94AD7571356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06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CF2C-F450-4EC5-86D2-EB2C14EEBFFF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25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D3A79-491D-47A2-937F-CA21998A7535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056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3ECC0-AEA6-445E-8230-8330ABD10170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493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2910BB-B356-4E1E-9EF6-AA69F18758E6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643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B0B20-A004-471C-A09C-39CE2996BC18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7642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FA03E86-CE53-4CE4-AF06-E870A663030F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2279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C3ADE-C383-4FAD-B241-EE91D3116F3B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0351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E5ACAA0-61D8-40E6-A863-3A95CCE0CAA6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811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DDE93-A6B1-401A-BEF2-E973E6F61C42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70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E2D1C80-3E13-4421-AB94-FA5DC61EC52B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0886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149D-AAAF-49C7-8A9D-E6F2449D184C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0010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81E9FAD-CB1C-45FF-A8BC-28EBDB0E7C90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681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510CFBE-C968-4591-8E57-F31E41AFB964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3820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BAA7D9-0A22-4F46-8031-4852CC0D5860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0413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AB6D8A-C267-445F-A5F2-83ABED06E8BD}" type="datetime1">
              <a:rPr lang="en-US" smtClean="0"/>
              <a:t>10/2/2025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744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BB16-461A-42F3-8ED5-1C1B26A7B645}" type="datetime1">
              <a:rPr lang="en-US" smtClean="0"/>
              <a:t>10/2/2025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203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ACC73482-79A8-4554-A143-C40EA112FFDB}" type="datetime1">
              <a:rPr lang="en-US" smtClean="0"/>
              <a:t>10/2/2025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339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E97F6-40B1-4130-9CC0-49072FDE2D22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572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7A8F7-C80F-41DF-B88F-58AAA8CFE67C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249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46AC6-D67A-4524-970E-84C464485184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1563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1F8B-1E4F-40A6-B302-1DA3A1F26854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40782629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8140A-0B1E-4DEB-97D5-C47D738675EC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361472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DB46-35CC-4332-96BF-2EE0A5BA77BB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6693401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D9E6-4B36-4623-BA39-E790911F0839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543789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CF03-959D-4A8D-A11F-ED3751D9DDA1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38147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CF64-DFA6-4283-BFF4-DF429D795EA9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20403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9B7A-2960-479C-B727-901A9D45CBAF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40730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A3736-487E-4F2A-80CA-49CCD14A560C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1381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1CBF1-D179-4F64-AB89-5245ADC3AF7B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7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652A1-036F-4B93-8E58-D1056284BEE1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233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7BDFE-3386-489C-B159-31CC2F6CACF7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342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94FF3-36C1-41E9-92E4-A092518FF1A7}" type="datetime1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67410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DBB62-5A8F-4216-BC01-04FD3E06477C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55906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45D10-D845-4EB1-925A-CA957D9BBB50}" type="datetime1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7172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4DDD-C878-448A-BAE3-9D5C8FDC8846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731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D6000-F2DF-436B-984A-9AC9C9331F57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3965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CD543-CCDB-4FFB-ADF5-19D832983AAB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53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7EF9F-30E0-4643-A418-2CA208888ACD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622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82D415-2149-C15D-E3CF-DD0CF9181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E40239-FBB3-DE41-DD33-1F4C4E7FB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249852-74D3-4579-17D9-57B07A76B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E127A-91CA-46FF-BC59-FF98D01A476D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E9F3FD-1A2C-2A66-DD33-3CE88C1F2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93FA5F-301A-5B12-96DA-38D212C39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2411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4C61A7-579C-86EE-62EE-A6E34D8B1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E1A8C5-A5C4-569B-1D7C-4CB2C57ED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716015-CA98-6A5A-E97A-07FB9EAD0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F9046-2AA6-409B-9E4D-B723DCC88FDA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9D7C0-3479-C89A-6A33-427E3FB6C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FF5C3C-F8EC-CDB6-5E1C-E5EF5BD89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162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39731-167A-DA47-91CE-4E0B1A527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D1B0A5-DD80-1A52-3BB3-393154E00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C7D13E-2F11-8DBF-0114-CE73EDF41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FA8A8-3C42-405C-A845-EDA74342D7D6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C689B7-470F-C8A4-DE96-37826C87C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CC212-FBC0-9DC9-A36B-D4BF5572D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3672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A7CC57-6331-4710-ED59-17E6F67C1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2EDC93-8FAB-0B95-E2D8-9ED5B92C1C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AEFE73-ACC6-B017-5144-062D5E92FF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E8B04D-42FF-EBE1-E7B1-90C15627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726DA-E852-4173-994B-325EDB7D946D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AC5C9F-2A7F-E589-78ED-F1D979D3B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3B1D45-9666-FBA5-C410-7C6FD5881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47394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8D26E-C614-18FE-CD49-C05265A9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F80358-939E-8135-91A9-787EC03A5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033DF5-9513-2D0F-3541-1871BCC5C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4197B25-72CE-1F24-E263-B0EAB12AEE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5E9CC6E-9952-F608-6D15-C82147603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C482374-B6C4-8D88-8F1F-A708B3553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415C4-6826-4CC5-AB57-0B4EF147A936}" type="datetime1">
              <a:rPr lang="en-US" smtClean="0"/>
              <a:t>10/2/2025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8BA6DC6-E472-D83A-D895-5E7FF7F02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C704AE4-9F9D-4F1B-03C2-EA01D11B2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4758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0EF41-FAF8-22F6-8F33-9462CF151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E2DEFD6-FE3D-7FDA-A28A-20746ABB6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E2AD-32CF-44A6-BC61-B01A29B43C16}" type="datetime1">
              <a:rPr lang="en-US" smtClean="0"/>
              <a:t>10/2/2025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E10CB3A-C19A-CD4F-7270-6A697250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70084E-63F7-3DBB-10CB-0397A5FDC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8982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7AC3F5-2444-1ACD-CACB-4E19D3690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F4039-F262-4913-BAEA-20C96B2EB2D8}" type="datetime1">
              <a:rPr lang="en-US" smtClean="0"/>
              <a:t>10/2/2025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B572F9-EFEC-D936-7FA5-991719297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BA7B4BB-4F9A-164E-2F5C-4366E369E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7244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A4DB3-8C0A-9975-88E7-76390F954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93E77E-AAA1-D667-6294-35132C4AF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7B7B13-08D8-4FEF-6EFD-A0EEE0C08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9D2522-B92E-6599-6691-BDCAD7BEE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2500A-7F73-4593-BADA-6EF82DBD0456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51A8B9-3976-4947-CF84-3607FF51B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388277-3E51-5915-E290-B6C915262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9090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1AFEC9-B063-7553-330A-BE849AD64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C08CE4B-974B-9E03-CBD6-DF57203B2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171D7D-C378-BDBC-D12D-F8F2BB5DD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946F8A-EA57-1E3F-6D60-FAFE88CB6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E274C-9940-4C58-9588-AEBBD50B52D0}" type="datetime1">
              <a:rPr lang="en-US" smtClean="0"/>
              <a:t>10/2/2025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19C16C-A831-B445-E2E6-5D32ED54D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AAB5B9-DEA8-997F-5D04-81A73FF97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37192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3137AD-1D77-4372-9617-E4FE28ED9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3C8A64C-88BE-E304-FFBE-8449D463B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1F2C9C-CC30-432E-6545-1FA885ABF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C771A-C952-410E-B1F6-C29C797294A1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58361C-C411-ED13-D1D4-6A2D90AA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899BEA-4738-2AF1-505C-96D3B1944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63862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861FDB-312B-C1AE-1EF6-6F1C342EA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E99360-F072-BC37-9123-E842FAF62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83CA7F-2E9D-642C-3D68-20501CFD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09C4D-F421-4343-875C-A686A2B3F758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913E69-E55D-7967-61DE-732586F6B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E4F948-1FE8-B7BC-6D5B-F7FE51C54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24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CF1E374B-038E-49DF-93C9-EBE7D5930F04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0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CAEC43D-120E-548B-5E13-883B47324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058FE4B-AC64-96B9-8FF5-4A52695C7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E473CB-166F-314B-EE96-1926A05DD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C4F98B-79FF-4D6E-A7F1-90977450B57D}" type="datetime1">
              <a:rPr lang="en-US" smtClean="0"/>
              <a:t>10/2/2025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4559BB-BAD5-F47D-2FBA-4A3921141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797349-2C8A-F1B8-80AF-78491ADA3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274F5D-21DC-40EF-8DBA-AB9BB119E9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25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lggross/TF-cmp223/tree/main/02-Parcial" TargetMode="External"/><Relationship Id="rId1" Type="http://schemas.openxmlformats.org/officeDocument/2006/relationships/slideLayout" Target="../slideLayouts/slideLayout5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3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l.com.br/content/www/br/pt/products/sku/236794/intel-core-i7-processor-14700t-33m-cache-up-to-5-20-ghz/specifications.html" TargetMode="External"/><Relationship Id="rId2" Type="http://schemas.openxmlformats.org/officeDocument/2006/relationships/hyperlink" Target="https://www.intel.com/content/www/us/en/gaming/resources/how-intel-technologies-boost-cpu-performance.html" TargetMode="External"/><Relationship Id="rId1" Type="http://schemas.openxmlformats.org/officeDocument/2006/relationships/slideLayout" Target="../slideLayouts/slideLayout53.xml"/><Relationship Id="rId4" Type="http://schemas.openxmlformats.org/officeDocument/2006/relationships/hyperlink" Target="https://www.intel.com.br/content/www/br/pt/products/sku/236783/intel-core-i7-processor-14700k-33m-cache-up-to-5-60-ghz/specification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A8525-0293-A613-59EA-5400AB9FE2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pt-BR" dirty="0"/>
              <a:t>TF - Parcial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087616-6EA5-364C-435F-60A3350C00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 fontScale="77500" lnSpcReduction="20000"/>
          </a:bodyPr>
          <a:lstStyle/>
          <a:p>
            <a:r>
              <a:rPr lang="da-DK" dirty="0"/>
              <a:t>CMP223 - Computer System Performance Analysis</a:t>
            </a:r>
          </a:p>
          <a:p>
            <a:r>
              <a:rPr lang="da-DK" dirty="0"/>
              <a:t>Prof. Dr. Lucas Mello Schnorr</a:t>
            </a:r>
            <a:endParaRPr lang="pt-BR" dirty="0"/>
          </a:p>
          <a:p>
            <a:endParaRPr lang="pt-BR" dirty="0"/>
          </a:p>
          <a:p>
            <a:r>
              <a:rPr lang="pt-BR" dirty="0"/>
              <a:t>João Luiz Grave Gross</a:t>
            </a:r>
          </a:p>
          <a:p>
            <a:r>
              <a:rPr lang="pt-BR" dirty="0"/>
              <a:t>06 de outubro de 2025</a:t>
            </a:r>
          </a:p>
        </p:txBody>
      </p:sp>
    </p:spTree>
    <p:extLst>
      <p:ext uri="{BB962C8B-B14F-4D97-AF65-F5344CB8AC3E}">
        <p14:creationId xmlns:p14="http://schemas.microsoft.com/office/powerpoint/2010/main" val="47810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7D9716-440A-7C10-8205-2C53957AA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Roteiro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61678C-A4C4-6456-A4CB-BB90A3E6B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Recapitulação</a:t>
            </a:r>
            <a:endParaRPr lang="en-US" dirty="0"/>
          </a:p>
          <a:p>
            <a:r>
              <a:rPr lang="en-US" dirty="0"/>
              <a:t>Novas </a:t>
            </a:r>
            <a:r>
              <a:rPr lang="en-US" dirty="0" err="1"/>
              <a:t>Decisões</a:t>
            </a:r>
            <a:r>
              <a:rPr lang="en-US" dirty="0"/>
              <a:t> de </a:t>
            </a:r>
            <a:r>
              <a:rPr lang="en-US" dirty="0" err="1"/>
              <a:t>Projeto</a:t>
            </a:r>
            <a:endParaRPr lang="en-US" dirty="0"/>
          </a:p>
          <a:p>
            <a:r>
              <a:rPr lang="en-US" dirty="0"/>
              <a:t>Turbo Boost</a:t>
            </a:r>
          </a:p>
          <a:p>
            <a:r>
              <a:rPr lang="en-US" dirty="0"/>
              <a:t>Hardware: </a:t>
            </a:r>
            <a:r>
              <a:rPr lang="en-US" dirty="0" err="1"/>
              <a:t>Limitações</a:t>
            </a:r>
            <a:endParaRPr lang="en-US" dirty="0"/>
          </a:p>
          <a:p>
            <a:r>
              <a:rPr lang="en-US" dirty="0" err="1"/>
              <a:t>Limites</a:t>
            </a:r>
            <a:r>
              <a:rPr lang="en-US" dirty="0"/>
              <a:t> de </a:t>
            </a:r>
            <a:r>
              <a:rPr lang="en-US" dirty="0" err="1"/>
              <a:t>Frequência</a:t>
            </a:r>
            <a:r>
              <a:rPr lang="en-US" dirty="0"/>
              <a:t> de CPU</a:t>
            </a:r>
          </a:p>
          <a:p>
            <a:r>
              <a:rPr lang="en-US" dirty="0"/>
              <a:t>Teste de </a:t>
            </a:r>
            <a:r>
              <a:rPr lang="en-US" dirty="0" err="1"/>
              <a:t>Frequência</a:t>
            </a:r>
            <a:r>
              <a:rPr lang="en-US" dirty="0"/>
              <a:t> de CPU</a:t>
            </a:r>
          </a:p>
          <a:p>
            <a:r>
              <a:rPr lang="en-US" dirty="0" err="1"/>
              <a:t>Ambiente</a:t>
            </a:r>
            <a:r>
              <a:rPr lang="en-US" dirty="0"/>
              <a:t> de Testes</a:t>
            </a:r>
          </a:p>
          <a:p>
            <a:r>
              <a:rPr lang="en-US" dirty="0" err="1"/>
              <a:t>Execução</a:t>
            </a:r>
            <a:r>
              <a:rPr lang="en-US" dirty="0"/>
              <a:t> de Testes e </a:t>
            </a:r>
            <a:r>
              <a:rPr lang="en-US" dirty="0" err="1"/>
              <a:t>Geração</a:t>
            </a:r>
            <a:r>
              <a:rPr lang="en-US" dirty="0"/>
              <a:t> de Dados</a:t>
            </a:r>
          </a:p>
          <a:p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Preliminares</a:t>
            </a:r>
            <a:endParaRPr lang="en-US" dirty="0"/>
          </a:p>
          <a:p>
            <a:r>
              <a:rPr lang="en-US" dirty="0" err="1"/>
              <a:t>Dificuldades</a:t>
            </a:r>
            <a:r>
              <a:rPr lang="en-US" dirty="0"/>
              <a:t> </a:t>
            </a:r>
            <a:r>
              <a:rPr lang="en-US" dirty="0" err="1"/>
              <a:t>Encontradas</a:t>
            </a:r>
            <a:endParaRPr lang="en-US" dirty="0"/>
          </a:p>
          <a:p>
            <a:r>
              <a:rPr lang="en-US" dirty="0" err="1"/>
              <a:t>Cronograma</a:t>
            </a:r>
            <a:endParaRPr lang="en-US" dirty="0"/>
          </a:p>
          <a:p>
            <a:r>
              <a:rPr lang="en-US" dirty="0" err="1"/>
              <a:t>Referências</a:t>
            </a:r>
            <a:endParaRPr lang="en-US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19FA41-B897-94AF-3A78-FAFF6F06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64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B147D4-D0BE-2D35-FD47-72CA9BDD3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Recapitulação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CD2035-EA59-8728-BCDC-6A3D0DF51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Análise de Desempenho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aplicação</a:t>
            </a:r>
            <a:r>
              <a:rPr lang="en-US" dirty="0"/>
              <a:t> de </a:t>
            </a:r>
            <a:r>
              <a:rPr lang="en-US" dirty="0" err="1"/>
              <a:t>multiplicação</a:t>
            </a:r>
            <a:r>
              <a:rPr lang="en-US" dirty="0"/>
              <a:t> de </a:t>
            </a:r>
            <a:r>
              <a:rPr lang="en-US" dirty="0" err="1"/>
              <a:t>matrizes</a:t>
            </a:r>
            <a:r>
              <a:rPr lang="en-US" dirty="0"/>
              <a:t> em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arquitetura</a:t>
            </a:r>
            <a:r>
              <a:rPr lang="en-US" dirty="0"/>
              <a:t> </a:t>
            </a:r>
            <a:r>
              <a:rPr lang="pt-BR" dirty="0"/>
              <a:t>com CPU de 14ª geração.</a:t>
            </a:r>
          </a:p>
          <a:p>
            <a:r>
              <a:rPr lang="pt-BR" dirty="0"/>
              <a:t>Investigação do impacto em performance com </a:t>
            </a:r>
            <a:r>
              <a:rPr lang="pt-BR" b="1" dirty="0"/>
              <a:t>p-cores,</a:t>
            </a:r>
            <a:r>
              <a:rPr lang="pt-BR" dirty="0"/>
              <a:t> </a:t>
            </a:r>
            <a:r>
              <a:rPr lang="pt-BR" b="1" dirty="0" err="1"/>
              <a:t>e-cores</a:t>
            </a:r>
            <a:r>
              <a:rPr lang="pt-BR" b="1" dirty="0"/>
              <a:t>, e </a:t>
            </a:r>
            <a:r>
              <a:rPr lang="pt-BR" b="1" dirty="0" err="1"/>
              <a:t>hyper-threading</a:t>
            </a:r>
            <a:r>
              <a:rPr lang="pt-BR" b="1" dirty="0"/>
              <a:t>.</a:t>
            </a:r>
            <a:endParaRPr lang="pt-BR" baseline="300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394880-8F95-8EDB-B888-F8979ADF6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2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00B1B-524B-CBF2-6B2A-BB438659F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A85877-0054-139B-5854-100209B1A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Novas </a:t>
            </a:r>
            <a:r>
              <a:rPr lang="en-US" dirty="0" err="1"/>
              <a:t>Decisões</a:t>
            </a:r>
            <a:r>
              <a:rPr lang="en-US" dirty="0"/>
              <a:t> de </a:t>
            </a:r>
            <a:r>
              <a:rPr lang="en-US" dirty="0" err="1"/>
              <a:t>Projeto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C21D28-18E4-BA90-A91C-E7D1D11DD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Objeto</a:t>
            </a:r>
            <a:r>
              <a:rPr lang="en-US" b="1" dirty="0"/>
              <a:t> </a:t>
            </a:r>
            <a:r>
              <a:rPr lang="en-US" b="1" dirty="0" err="1"/>
              <a:t>Computacional</a:t>
            </a:r>
            <a:r>
              <a:rPr lang="en-US" dirty="0"/>
              <a:t>: </a:t>
            </a:r>
            <a:r>
              <a:rPr lang="en-US" dirty="0" err="1"/>
              <a:t>Restrição</a:t>
            </a:r>
            <a:r>
              <a:rPr lang="en-US" dirty="0"/>
              <a:t> à </a:t>
            </a:r>
            <a:r>
              <a:rPr lang="en-US" dirty="0" err="1"/>
              <a:t>aplicação</a:t>
            </a:r>
            <a:r>
              <a:rPr lang="en-US" dirty="0"/>
              <a:t> de </a:t>
            </a:r>
            <a:r>
              <a:rPr lang="en-US" dirty="0" err="1"/>
              <a:t>Multiplicação</a:t>
            </a:r>
            <a:r>
              <a:rPr lang="en-US" dirty="0"/>
              <a:t> de </a:t>
            </a:r>
            <a:r>
              <a:rPr lang="en-US" dirty="0" err="1"/>
              <a:t>Matrizes</a:t>
            </a:r>
            <a:r>
              <a:rPr lang="en-US" dirty="0"/>
              <a:t>.</a:t>
            </a:r>
          </a:p>
          <a:p>
            <a:pPr lvl="1"/>
            <a:r>
              <a:rPr lang="pt-BR" b="1" dirty="0"/>
              <a:t>Motivo</a:t>
            </a:r>
            <a:r>
              <a:rPr lang="pt-BR" dirty="0"/>
              <a:t>: Foi possível deixar </a:t>
            </a:r>
            <a:r>
              <a:rPr lang="pt-BR" b="1" dirty="0">
                <a:highlight>
                  <a:srgbClr val="FFFF00"/>
                </a:highlight>
              </a:rPr>
              <a:t>n</a:t>
            </a:r>
            <a:r>
              <a:rPr lang="pt-BR" dirty="0">
                <a:highlight>
                  <a:srgbClr val="FFFF00"/>
                </a:highlight>
              </a:rPr>
              <a:t> núcleos de CPU em 100%</a:t>
            </a:r>
            <a:r>
              <a:rPr lang="pt-BR" dirty="0"/>
              <a:t> de uso.</a:t>
            </a:r>
          </a:p>
          <a:p>
            <a:pPr lvl="1"/>
            <a:r>
              <a:rPr lang="pt-BR" b="1" dirty="0"/>
              <a:t>Aplicação de Criptografia: </a:t>
            </a:r>
            <a:r>
              <a:rPr lang="pt-BR" dirty="0"/>
              <a:t>100% de uso em apenas </a:t>
            </a:r>
            <a:r>
              <a:rPr lang="pt-BR" b="1" dirty="0"/>
              <a:t>uma thread </a:t>
            </a:r>
            <a:r>
              <a:rPr lang="pt-BR" dirty="0"/>
              <a:t>na etapa de agregação de blocos de criptografia.</a:t>
            </a:r>
            <a:endParaRPr lang="pt-BR" b="1" dirty="0"/>
          </a:p>
          <a:p>
            <a:endParaRPr lang="pt-BR" dirty="0"/>
          </a:p>
          <a:p>
            <a:r>
              <a:rPr lang="pt-BR" b="1" dirty="0"/>
              <a:t>Método de </a:t>
            </a:r>
            <a:r>
              <a:rPr lang="pt-BR" b="1" dirty="0" err="1"/>
              <a:t>Multiprocessing</a:t>
            </a:r>
            <a:r>
              <a:rPr lang="pt-BR" dirty="0"/>
              <a:t>: Sai módulo </a:t>
            </a:r>
            <a:r>
              <a:rPr lang="pt-BR" dirty="0" err="1"/>
              <a:t>Dask</a:t>
            </a:r>
            <a:r>
              <a:rPr lang="pt-BR" dirty="0"/>
              <a:t>, entra módulo </a:t>
            </a:r>
            <a:r>
              <a:rPr lang="pt-BR" dirty="0" err="1"/>
              <a:t>multiprocessing</a:t>
            </a:r>
            <a:r>
              <a:rPr lang="pt-BR" dirty="0"/>
              <a:t>.</a:t>
            </a:r>
          </a:p>
          <a:p>
            <a:pPr lvl="1"/>
            <a:r>
              <a:rPr lang="pt-BR" b="1" dirty="0" err="1"/>
              <a:t>multiprocessing</a:t>
            </a:r>
            <a:r>
              <a:rPr lang="pt-BR" dirty="0"/>
              <a:t>: Processos paralelos em Python. Sintaxe simples, multiplataforma.</a:t>
            </a:r>
          </a:p>
          <a:p>
            <a:pPr lvl="1"/>
            <a:endParaRPr lang="pt-BR" b="1" dirty="0"/>
          </a:p>
          <a:p>
            <a:endParaRPr lang="en-US" dirty="0"/>
          </a:p>
          <a:p>
            <a:pPr lvl="1"/>
            <a:endParaRPr lang="pt-BR" baseline="300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0C0811-187C-0CD2-D6FA-D774ED2D0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94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27D71-F70A-EAA9-2E16-9A83D2A9B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B2D67-D628-5875-86AB-6F4080B7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Novas </a:t>
            </a:r>
            <a:r>
              <a:rPr lang="en-US" dirty="0" err="1"/>
              <a:t>Decisões</a:t>
            </a:r>
            <a:r>
              <a:rPr lang="en-US" dirty="0"/>
              <a:t> de </a:t>
            </a:r>
            <a:r>
              <a:rPr lang="en-US" dirty="0" err="1"/>
              <a:t>Projeto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DF7931-1A4F-E468-D8DD-BDA28519E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Informações</a:t>
            </a:r>
            <a:r>
              <a:rPr lang="en-US" b="1" dirty="0"/>
              <a:t> do Sistema: </a:t>
            </a:r>
            <a:r>
              <a:rPr lang="en-US" dirty="0" err="1"/>
              <a:t>Módulos</a:t>
            </a:r>
            <a:r>
              <a:rPr lang="en-US" dirty="0"/>
              <a:t> </a:t>
            </a:r>
            <a:r>
              <a:rPr lang="en-US" b="1" dirty="0" err="1"/>
              <a:t>psutil</a:t>
            </a:r>
            <a:r>
              <a:rPr lang="en-US" dirty="0"/>
              <a:t> e </a:t>
            </a:r>
            <a:r>
              <a:rPr lang="en-US" b="1" dirty="0" err="1"/>
              <a:t>os</a:t>
            </a:r>
            <a:r>
              <a:rPr lang="en-US" b="1" dirty="0"/>
              <a:t>.</a:t>
            </a:r>
          </a:p>
          <a:p>
            <a:pPr lvl="1"/>
            <a:r>
              <a:rPr lang="en-US" b="1" dirty="0" err="1"/>
              <a:t>psutil</a:t>
            </a:r>
            <a:r>
              <a:rPr lang="en-US" dirty="0"/>
              <a:t>: </a:t>
            </a:r>
            <a:r>
              <a:rPr lang="en-US" dirty="0" err="1"/>
              <a:t>Informações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processos</a:t>
            </a:r>
            <a:r>
              <a:rPr lang="en-US" dirty="0"/>
              <a:t>, CPU, </a:t>
            </a:r>
            <a:r>
              <a:rPr lang="en-US" dirty="0" err="1"/>
              <a:t>memória</a:t>
            </a:r>
            <a:r>
              <a:rPr lang="en-US" dirty="0"/>
              <a:t>, discos, etc.</a:t>
            </a:r>
          </a:p>
          <a:p>
            <a:pPr lvl="1"/>
            <a:r>
              <a:rPr lang="en-US" b="1" dirty="0" err="1"/>
              <a:t>os</a:t>
            </a:r>
            <a:r>
              <a:rPr lang="en-US" b="1" dirty="0"/>
              <a:t>: </a:t>
            </a:r>
            <a:r>
              <a:rPr lang="en-US" dirty="0" err="1"/>
              <a:t>Execução</a:t>
            </a:r>
            <a:r>
              <a:rPr lang="en-US" dirty="0"/>
              <a:t> de </a:t>
            </a:r>
            <a:r>
              <a:rPr lang="en-US" dirty="0" err="1"/>
              <a:t>comandos</a:t>
            </a:r>
            <a:r>
              <a:rPr lang="en-US" dirty="0"/>
              <a:t> bash Linux </a:t>
            </a:r>
            <a:r>
              <a:rPr lang="en-US" dirty="0" err="1"/>
              <a:t>ou</a:t>
            </a:r>
            <a:r>
              <a:rPr lang="en-US" dirty="0"/>
              <a:t> PowerShell Windows </a:t>
            </a:r>
            <a:r>
              <a:rPr lang="en-US" dirty="0" err="1"/>
              <a:t>dentro</a:t>
            </a:r>
            <a:r>
              <a:rPr lang="en-US" dirty="0"/>
              <a:t> do script Python.</a:t>
            </a:r>
          </a:p>
          <a:p>
            <a:pPr lvl="1"/>
            <a:endParaRPr lang="en-US" b="1" dirty="0"/>
          </a:p>
          <a:p>
            <a:r>
              <a:rPr lang="en-US" b="1" dirty="0"/>
              <a:t>Turbo Boost: </a:t>
            </a:r>
            <a:r>
              <a:rPr lang="en-US" dirty="0"/>
              <a:t>Manter Turbo Boost sempre </a:t>
            </a:r>
            <a:r>
              <a:rPr lang="en-US" dirty="0" err="1"/>
              <a:t>habilitado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POLÊMICO…</a:t>
            </a:r>
            <a:endParaRPr lang="pt-BR" dirty="0"/>
          </a:p>
          <a:p>
            <a:pPr lvl="1"/>
            <a:endParaRPr lang="pt-BR" b="1" dirty="0"/>
          </a:p>
          <a:p>
            <a:pPr lvl="1"/>
            <a:endParaRPr lang="pt-BR" b="1" dirty="0"/>
          </a:p>
          <a:p>
            <a:pPr marL="457200" lvl="1" indent="0">
              <a:buNone/>
            </a:pPr>
            <a:endParaRPr lang="pt-BR" b="1" dirty="0"/>
          </a:p>
          <a:p>
            <a:endParaRPr lang="en-US" dirty="0"/>
          </a:p>
          <a:p>
            <a:pPr lvl="1"/>
            <a:endParaRPr lang="pt-BR" baseline="300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3B5276-5E55-862B-BF74-208CD0082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72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ABBEA-9D86-3C15-14E2-D2E2912A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D348F-FD48-0AC0-4FBF-AA8ADD337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Turbo Boost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5D38CC-A29D-8498-000F-84B79FC6F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Observou</a:t>
            </a:r>
            <a:r>
              <a:rPr lang="en-US" dirty="0"/>
              <a:t>-se que com Turbo Boost </a:t>
            </a:r>
            <a:r>
              <a:rPr lang="en-US" b="1" dirty="0" err="1"/>
              <a:t>desabilitado</a:t>
            </a:r>
            <a:r>
              <a:rPr lang="en-US" dirty="0"/>
              <a:t> a </a:t>
            </a:r>
            <a:r>
              <a:rPr lang="en-US" dirty="0" err="1"/>
              <a:t>frequência</a:t>
            </a:r>
            <a:r>
              <a:rPr lang="en-US" dirty="0"/>
              <a:t> </a:t>
            </a:r>
            <a:r>
              <a:rPr lang="en-US" dirty="0" err="1"/>
              <a:t>máxima</a:t>
            </a:r>
            <a:r>
              <a:rPr lang="en-US" dirty="0"/>
              <a:t> de </a:t>
            </a:r>
            <a:r>
              <a:rPr lang="en-US" dirty="0" err="1"/>
              <a:t>operação</a:t>
            </a:r>
            <a:r>
              <a:rPr lang="en-US" dirty="0"/>
              <a:t> de </a:t>
            </a:r>
            <a:r>
              <a:rPr lang="en-US" dirty="0" err="1"/>
              <a:t>núcleos</a:t>
            </a:r>
            <a:r>
              <a:rPr lang="en-US" dirty="0"/>
              <a:t> p-cores e e-cores </a:t>
            </a:r>
            <a:r>
              <a:rPr lang="en-US" dirty="0" err="1"/>
              <a:t>fica</a:t>
            </a:r>
            <a:r>
              <a:rPr lang="en-US" dirty="0"/>
              <a:t> </a:t>
            </a:r>
            <a:r>
              <a:rPr lang="en-US" dirty="0" err="1"/>
              <a:t>limitada</a:t>
            </a:r>
            <a:r>
              <a:rPr lang="en-US" dirty="0"/>
              <a:t> à </a:t>
            </a:r>
            <a:r>
              <a:rPr lang="en-US" b="1" dirty="0" err="1"/>
              <a:t>frequência</a:t>
            </a:r>
            <a:r>
              <a:rPr lang="en-US" b="1" dirty="0"/>
              <a:t> base</a:t>
            </a:r>
          </a:p>
          <a:p>
            <a:endParaRPr lang="en-US" b="1" dirty="0"/>
          </a:p>
          <a:p>
            <a:r>
              <a:rPr lang="pt-BR" b="1" dirty="0"/>
              <a:t>O que a Intel diz:</a:t>
            </a:r>
          </a:p>
          <a:p>
            <a:pPr lvl="1"/>
            <a:r>
              <a:rPr lang="pt-BR" b="1" dirty="0"/>
              <a:t>Intel® Turbo </a:t>
            </a:r>
            <a:r>
              <a:rPr lang="pt-BR" b="1" dirty="0" err="1"/>
              <a:t>Boost</a:t>
            </a:r>
            <a:r>
              <a:rPr lang="pt-BR" b="1" dirty="0"/>
              <a:t> 2.0: </a:t>
            </a:r>
            <a:r>
              <a:rPr lang="en-US" dirty="0"/>
              <a:t>Boosts all-core frequency </a:t>
            </a:r>
            <a:r>
              <a:rPr lang="en-US" b="1" dirty="0"/>
              <a:t>above base clock speed</a:t>
            </a:r>
            <a:r>
              <a:rPr lang="en-US" dirty="0"/>
              <a:t> up to specified maximum frequency during more intensive workloads; available if the CPU’s running under its power, current, and temperature limits.</a:t>
            </a:r>
            <a:r>
              <a:rPr lang="en-US" baseline="30000" dirty="0"/>
              <a:t>1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Logo, se Turbo Boost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desabilitado</a:t>
            </a:r>
            <a:r>
              <a:rPr lang="en-US" dirty="0"/>
              <a:t>,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passa</a:t>
            </a:r>
            <a:r>
              <a:rPr lang="en-US" dirty="0"/>
              <a:t> a </a:t>
            </a:r>
            <a:r>
              <a:rPr lang="en-US" dirty="0" err="1"/>
              <a:t>frequência</a:t>
            </a:r>
            <a:r>
              <a:rPr lang="en-US" dirty="0"/>
              <a:t> base. (É o que se </a:t>
            </a:r>
            <a:r>
              <a:rPr lang="en-US" dirty="0" err="1"/>
              <a:t>conclui</a:t>
            </a:r>
            <a:r>
              <a:rPr lang="en-US" dirty="0"/>
              <a:t> do </a:t>
            </a:r>
            <a:r>
              <a:rPr lang="en-US" dirty="0" err="1"/>
              <a:t>texto</a:t>
            </a:r>
            <a:r>
              <a:rPr lang="en-US" dirty="0"/>
              <a:t>)</a:t>
            </a:r>
          </a:p>
          <a:p>
            <a:endParaRPr lang="en-US" b="1" dirty="0"/>
          </a:p>
          <a:p>
            <a:endParaRPr lang="en-US" b="1" dirty="0"/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91A1F6-8A6C-0932-9A8B-203A98921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67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9BC3AE-C10A-E0B8-883E-2DDAEFE7C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Hardware: </a:t>
            </a:r>
            <a:r>
              <a:rPr lang="en-US" dirty="0" err="1"/>
              <a:t>Limitações</a:t>
            </a:r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C9812-F6D1-CF35-E1AC-4717A4441B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488"/>
          <a:stretch>
            <a:fillRect/>
          </a:stretch>
        </p:blipFill>
        <p:spPr>
          <a:xfrm>
            <a:off x="708096" y="2338199"/>
            <a:ext cx="4755157" cy="3699459"/>
          </a:xfrm>
          <a:prstGeom prst="rect">
            <a:avLst/>
          </a:prstGeom>
        </p:spPr>
      </p:pic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DFFC5F0F-206E-664D-33EB-242CA8106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7</a:t>
            </a:fld>
            <a:endParaRPr lang="en-US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937894A-A613-F031-1DE3-835300EFC7E3}"/>
              </a:ext>
            </a:extLst>
          </p:cNvPr>
          <p:cNvSpPr txBox="1"/>
          <p:nvPr/>
        </p:nvSpPr>
        <p:spPr>
          <a:xfrm>
            <a:off x="6598645" y="1607036"/>
            <a:ext cx="518359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err="1"/>
              <a:t>Comparação</a:t>
            </a:r>
            <a:r>
              <a:rPr lang="en-US" sz="2800" b="1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x i7-14700</a:t>
            </a:r>
            <a:r>
              <a:rPr lang="en-US" sz="2800" b="1" dirty="0"/>
              <a:t>K</a:t>
            </a:r>
          </a:p>
          <a:p>
            <a:endParaRPr lang="en-US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994BD9E-6C91-9B71-C3A4-AF66A54B1B54}"/>
              </a:ext>
            </a:extLst>
          </p:cNvPr>
          <p:cNvSpPr txBox="1"/>
          <p:nvPr/>
        </p:nvSpPr>
        <p:spPr>
          <a:xfrm>
            <a:off x="838199" y="1960979"/>
            <a:ext cx="4943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Minha CPU:</a:t>
            </a:r>
            <a:r>
              <a:rPr lang="en-US" sz="2800" dirty="0"/>
              <a:t> Intel i7-14700T</a:t>
            </a:r>
            <a:endParaRPr lang="pt-BR" sz="28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D97885D-0D7E-3BE2-2190-BC18B3CF7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633" y="2470532"/>
            <a:ext cx="4703939" cy="185056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EC204D4-52F2-A0C0-B4C0-651965C8F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119" y="4357886"/>
            <a:ext cx="4580965" cy="1786156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9981C08A-4EB5-1C60-A822-040BE1542427}"/>
              </a:ext>
            </a:extLst>
          </p:cNvPr>
          <p:cNvSpPr txBox="1"/>
          <p:nvPr/>
        </p:nvSpPr>
        <p:spPr>
          <a:xfrm rot="5400000">
            <a:off x="10720265" y="3316414"/>
            <a:ext cx="1157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i7-14700</a:t>
            </a:r>
            <a:r>
              <a:rPr lang="en-US" b="1" dirty="0"/>
              <a:t>T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831B8E5-FD1B-72EF-275D-B659CA536DF9}"/>
              </a:ext>
            </a:extLst>
          </p:cNvPr>
          <p:cNvSpPr txBox="1"/>
          <p:nvPr/>
        </p:nvSpPr>
        <p:spPr>
          <a:xfrm rot="5400000">
            <a:off x="10706640" y="5098956"/>
            <a:ext cx="1185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i7-14700</a:t>
            </a:r>
            <a:r>
              <a:rPr lang="en-US" b="1" dirty="0"/>
              <a:t>K</a:t>
            </a:r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07C56CD-31C7-C390-9315-8E0E49093067}"/>
              </a:ext>
            </a:extLst>
          </p:cNvPr>
          <p:cNvSpPr txBox="1"/>
          <p:nvPr/>
        </p:nvSpPr>
        <p:spPr>
          <a:xfrm>
            <a:off x="2601685" y="4691024"/>
            <a:ext cx="34943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Série 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Otimizada para </a:t>
            </a:r>
            <a:r>
              <a:rPr lang="pt-BR" sz="2400" b="1" dirty="0"/>
              <a:t>baixo consumo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Menor TDP e menor frequência base</a:t>
            </a:r>
          </a:p>
        </p:txBody>
      </p:sp>
    </p:spTree>
    <p:extLst>
      <p:ext uri="{BB962C8B-B14F-4D97-AF65-F5344CB8AC3E}">
        <p14:creationId xmlns:p14="http://schemas.microsoft.com/office/powerpoint/2010/main" val="203766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BB505-F715-21F8-586C-D825A5D48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E9B602-608E-D835-A861-01B02B0C2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8</a:t>
            </a:fld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37F7EA34-498B-D96B-6538-628B20EAE1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065"/>
          <a:stretch>
            <a:fillRect/>
          </a:stretch>
        </p:blipFill>
        <p:spPr>
          <a:xfrm>
            <a:off x="288757" y="1082952"/>
            <a:ext cx="7523410" cy="268895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2121A29-F1A1-D9E1-73F3-2CF698EB1B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649"/>
          <a:stretch>
            <a:fillRect/>
          </a:stretch>
        </p:blipFill>
        <p:spPr>
          <a:xfrm>
            <a:off x="288757" y="3835817"/>
            <a:ext cx="7529364" cy="2749109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8FF7AEC-CD68-2544-0285-998C3BA17C74}"/>
              </a:ext>
            </a:extLst>
          </p:cNvPr>
          <p:cNvSpPr txBox="1"/>
          <p:nvPr/>
        </p:nvSpPr>
        <p:spPr>
          <a:xfrm>
            <a:off x="7787376" y="1852332"/>
            <a:ext cx="4389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Comando</a:t>
            </a:r>
            <a:r>
              <a:rPr lang="en-US" sz="2400" dirty="0"/>
              <a:t>:</a:t>
            </a:r>
          </a:p>
          <a:p>
            <a:r>
              <a:rPr lang="en-US" sz="2400" b="1" dirty="0" err="1"/>
              <a:t>cpupower</a:t>
            </a:r>
            <a:r>
              <a:rPr lang="en-US" sz="2400" b="1" dirty="0"/>
              <a:t> -c 0 frequency-info</a:t>
            </a:r>
            <a:endParaRPr lang="pt-BR" sz="2400" b="1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1D5BC68-7119-4AF4-35D3-8F3CD027AD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483" y="3419879"/>
            <a:ext cx="4030915" cy="158578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B468E3C-B771-02CC-0FD9-D7AF2B002593}"/>
              </a:ext>
            </a:extLst>
          </p:cNvPr>
          <p:cNvSpPr txBox="1"/>
          <p:nvPr/>
        </p:nvSpPr>
        <p:spPr>
          <a:xfrm>
            <a:off x="11226962" y="5005668"/>
            <a:ext cx="946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Fonte: </a:t>
            </a:r>
            <a:r>
              <a:rPr lang="en-US" baseline="30000" dirty="0"/>
              <a:t>2</a:t>
            </a:r>
            <a:endParaRPr lang="pt-BR" baseline="300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C06BAD-CB83-57BE-1375-D0852D7C7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57" y="84927"/>
            <a:ext cx="10515600" cy="1325563"/>
          </a:xfrm>
        </p:spPr>
        <p:txBody>
          <a:bodyPr/>
          <a:lstStyle/>
          <a:p>
            <a:r>
              <a:rPr lang="en-US" dirty="0" err="1"/>
              <a:t>Limites</a:t>
            </a:r>
            <a:r>
              <a:rPr lang="en-US" dirty="0"/>
              <a:t> de </a:t>
            </a:r>
            <a:r>
              <a:rPr lang="en-US" dirty="0" err="1"/>
              <a:t>Frequência</a:t>
            </a:r>
            <a:r>
              <a:rPr lang="en-US" dirty="0"/>
              <a:t> de CPU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6067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EE554-EBA9-65A2-85D7-73D5C96AD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2D8DBF-FEDE-589D-9F86-5FF1D5D2A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9</a:t>
            </a:fld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F623138-567A-34E6-E896-ACB143CF41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4066"/>
          <a:stretch>
            <a:fillRect/>
          </a:stretch>
        </p:blipFill>
        <p:spPr>
          <a:xfrm>
            <a:off x="288757" y="1068525"/>
            <a:ext cx="7542324" cy="26543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AEC4657-C34A-6314-B086-377EE9CFE1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537"/>
          <a:stretch>
            <a:fillRect/>
          </a:stretch>
        </p:blipFill>
        <p:spPr>
          <a:xfrm>
            <a:off x="288756" y="3794449"/>
            <a:ext cx="7565287" cy="275371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6CD340B-61E4-68A8-95F7-82283A517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0483" y="3158625"/>
            <a:ext cx="4030915" cy="158578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86FBEB8-BE3B-9B4D-4DDB-818C5EE7F039}"/>
              </a:ext>
            </a:extLst>
          </p:cNvPr>
          <p:cNvSpPr txBox="1"/>
          <p:nvPr/>
        </p:nvSpPr>
        <p:spPr>
          <a:xfrm>
            <a:off x="11245202" y="4744414"/>
            <a:ext cx="946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Fonte: </a:t>
            </a:r>
            <a:r>
              <a:rPr lang="en-US" baseline="30000" dirty="0"/>
              <a:t>2</a:t>
            </a:r>
            <a:endParaRPr lang="pt-BR" baseline="300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199EBE9-9B2A-C8DF-E33D-D574F7E0D9F5}"/>
              </a:ext>
            </a:extLst>
          </p:cNvPr>
          <p:cNvSpPr txBox="1"/>
          <p:nvPr/>
        </p:nvSpPr>
        <p:spPr>
          <a:xfrm>
            <a:off x="7787376" y="1852332"/>
            <a:ext cx="4389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Comando</a:t>
            </a:r>
            <a:r>
              <a:rPr lang="en-US" sz="2400" dirty="0"/>
              <a:t>:</a:t>
            </a:r>
          </a:p>
          <a:p>
            <a:r>
              <a:rPr lang="en-US" sz="2400" b="1" dirty="0" err="1"/>
              <a:t>cpupower</a:t>
            </a:r>
            <a:r>
              <a:rPr lang="en-US" sz="2400" b="1" dirty="0"/>
              <a:t> -c 0 frequency-info</a:t>
            </a:r>
            <a:endParaRPr lang="pt-BR" sz="2400" b="1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2EEA7E1-7C7D-DF93-37F7-6A98B44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57" y="84927"/>
            <a:ext cx="10515600" cy="1325563"/>
          </a:xfrm>
        </p:spPr>
        <p:txBody>
          <a:bodyPr/>
          <a:lstStyle/>
          <a:p>
            <a:r>
              <a:rPr lang="en-US" dirty="0" err="1"/>
              <a:t>Limites</a:t>
            </a:r>
            <a:r>
              <a:rPr lang="en-US" dirty="0"/>
              <a:t> de </a:t>
            </a:r>
            <a:r>
              <a:rPr lang="en-US" dirty="0" err="1"/>
              <a:t>Frequência</a:t>
            </a:r>
            <a:r>
              <a:rPr lang="en-US" dirty="0"/>
              <a:t> de CPU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5376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57A0A-6019-09A9-9BC2-9FCE50535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13913-BE32-BC8E-EACD-25E0EE829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Teste de </a:t>
            </a:r>
            <a:r>
              <a:rPr lang="en-US" dirty="0" err="1"/>
              <a:t>Frequência</a:t>
            </a:r>
            <a:r>
              <a:rPr lang="en-US" dirty="0"/>
              <a:t> de CPU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88263A-584E-F8D5-A4AE-51D290B5A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1" dirty="0"/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8F76967-C050-DB5C-D1D7-624B0C5F0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10</a:t>
            </a:fld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DF7E3F5-66E2-6B4A-DD5E-DE4957608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748" y="1370125"/>
            <a:ext cx="7026853" cy="535135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0FE9EC6-7D0F-0715-46B1-C1A1DC0F2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15" y="1645803"/>
            <a:ext cx="4918852" cy="3177395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3828B902-EC4D-FF07-D4C4-B5E26DECA2BF}"/>
              </a:ext>
            </a:extLst>
          </p:cNvPr>
          <p:cNvSpPr/>
          <p:nvPr/>
        </p:nvSpPr>
        <p:spPr>
          <a:xfrm>
            <a:off x="7118555" y="3775587"/>
            <a:ext cx="3028335" cy="3932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C32D044-4DFB-D040-589C-CCAF0BE53C69}"/>
              </a:ext>
            </a:extLst>
          </p:cNvPr>
          <p:cNvSpPr/>
          <p:nvPr/>
        </p:nvSpPr>
        <p:spPr>
          <a:xfrm>
            <a:off x="1219200" y="3696929"/>
            <a:ext cx="3687097" cy="1966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0554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E8B4D-A32B-19F3-42C6-910A1E9C6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A5BE6-CB0D-4FE7-EEB7-971CF2550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Teste de </a:t>
            </a:r>
            <a:r>
              <a:rPr lang="en-US" dirty="0" err="1"/>
              <a:t>Frequência</a:t>
            </a:r>
            <a:r>
              <a:rPr lang="en-US" dirty="0"/>
              <a:t> de CPU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3C6BC9-A28C-4CC4-6697-2007763C3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1" dirty="0"/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433720-5513-DFCF-4119-A18F00200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11</a:t>
            </a:fld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3743FD-C574-F54E-D0E2-EAF730CB3E3C}"/>
              </a:ext>
            </a:extLst>
          </p:cNvPr>
          <p:cNvSpPr txBox="1"/>
          <p:nvPr/>
        </p:nvSpPr>
        <p:spPr>
          <a:xfrm>
            <a:off x="838200" y="2094271"/>
            <a:ext cx="2811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Teste com Turbo Boost 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3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7F24A-AC4E-1386-AEB1-E0C5C49F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8C3032-6FB4-76E8-31B8-4FA0191B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Ambiente</a:t>
            </a:r>
            <a:r>
              <a:rPr lang="en-US" dirty="0"/>
              <a:t> de Teste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980AE3-41E4-E840-731F-50FBC6A78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 Ubuntu 24.04</a:t>
            </a:r>
          </a:p>
          <a:p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pPr lvl="1"/>
            <a:r>
              <a:rPr lang="en-US" dirty="0"/>
              <a:t>Notebooks: </a:t>
            </a:r>
            <a:r>
              <a:rPr lang="en-US" dirty="0">
                <a:hlinkClick r:id="rId2"/>
              </a:rPr>
              <a:t>https://github.com/jlggross/TF-cmp223/tree/main/02-Parcial</a:t>
            </a:r>
            <a:endParaRPr lang="en-US" dirty="0"/>
          </a:p>
          <a:p>
            <a:r>
              <a:rPr lang="en-US" dirty="0" err="1"/>
              <a:t>Aplicação</a:t>
            </a:r>
            <a:endParaRPr lang="en-US" dirty="0"/>
          </a:p>
          <a:p>
            <a:pPr lvl="1"/>
            <a:r>
              <a:rPr lang="en-US" dirty="0"/>
              <a:t>Scripts Python</a:t>
            </a:r>
          </a:p>
          <a:p>
            <a:pPr lvl="1"/>
            <a:r>
              <a:rPr lang="en-US" dirty="0" err="1"/>
              <a:t>Comandos</a:t>
            </a:r>
            <a:r>
              <a:rPr lang="en-US" dirty="0"/>
              <a:t> de Bash Linux</a:t>
            </a:r>
          </a:p>
          <a:p>
            <a:endParaRPr lang="en-US" b="1" dirty="0"/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CB5A51-A502-A1EC-220F-F4C813FAD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877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6DC89-5BE0-4C3B-A30A-2E716850B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CB7E4-95D0-9D5A-4804-FB8B31E44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Execução</a:t>
            </a:r>
            <a:r>
              <a:rPr lang="en-US" dirty="0"/>
              <a:t> de Testes e </a:t>
            </a:r>
            <a:r>
              <a:rPr lang="en-US" dirty="0" err="1"/>
              <a:t>Geração</a:t>
            </a:r>
            <a:r>
              <a:rPr lang="en-US" dirty="0"/>
              <a:t> de Dados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568FDB-26A3-830A-6EA8-6A40013C1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Etapa 1:  </a:t>
            </a:r>
            <a:r>
              <a:rPr lang="en-US" dirty="0" err="1"/>
              <a:t>Definição</a:t>
            </a:r>
            <a:r>
              <a:rPr lang="en-US" dirty="0"/>
              <a:t> dos </a:t>
            </a:r>
            <a:r>
              <a:rPr lang="en-US" dirty="0" err="1"/>
              <a:t>experimentos</a:t>
            </a:r>
            <a:endParaRPr lang="en-US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C51AB5-30A3-153E-4A96-208C48932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13</a:t>
            </a:fld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00DAAED-7FD5-A15F-FF31-A70B50056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99614"/>
            <a:ext cx="11086748" cy="335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929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C17D2-B322-20B6-F368-B701B8D91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94508-DC6D-4195-6114-F3C4E3C2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Execução</a:t>
            </a:r>
            <a:r>
              <a:rPr lang="en-US" dirty="0"/>
              <a:t> de Testes e </a:t>
            </a:r>
            <a:r>
              <a:rPr lang="en-US" dirty="0" err="1"/>
              <a:t>Geração</a:t>
            </a:r>
            <a:r>
              <a:rPr lang="en-US" dirty="0"/>
              <a:t> de Dados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CA5A31-9553-43DA-0723-6BCAC709B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Etapa 2:  </a:t>
            </a:r>
            <a:r>
              <a:rPr lang="en-US" dirty="0" err="1"/>
              <a:t>Execução</a:t>
            </a:r>
            <a:r>
              <a:rPr lang="en-US" dirty="0"/>
              <a:t> </a:t>
            </a:r>
            <a:r>
              <a:rPr lang="en-US" dirty="0" err="1"/>
              <a:t>alternada</a:t>
            </a:r>
            <a:endParaRPr lang="en-US" dirty="0"/>
          </a:p>
          <a:p>
            <a:pPr lvl="1"/>
            <a:r>
              <a:rPr lang="en-US" dirty="0"/>
              <a:t>Para </a:t>
            </a:r>
            <a:r>
              <a:rPr lang="en-US" dirty="0" err="1"/>
              <a:t>cada</a:t>
            </a:r>
            <a:r>
              <a:rPr lang="en-US" dirty="0"/>
              <a:t> CPU_SET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execução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vez</a:t>
            </a:r>
            <a:endParaRPr lang="en-US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ADC1B30-13C7-0090-1527-F78367DA0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14</a:t>
            </a:fld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747247B-11E4-A2F1-96D9-758E149EE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06817"/>
            <a:ext cx="9409766" cy="219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759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D78D7-6DC6-CE7B-5E4D-EC6048497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32416-BC4C-B85D-910B-06FA22D9D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Execução</a:t>
            </a:r>
            <a:r>
              <a:rPr lang="en-US" dirty="0"/>
              <a:t> de Testes e </a:t>
            </a:r>
            <a:r>
              <a:rPr lang="en-US" dirty="0" err="1"/>
              <a:t>Geração</a:t>
            </a:r>
            <a:r>
              <a:rPr lang="en-US" dirty="0"/>
              <a:t> de Dados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CFD4E7-509E-D031-9A82-CF231F722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Etapa 3:  Coleta de </a:t>
            </a:r>
            <a:r>
              <a:rPr lang="en-US" dirty="0" err="1"/>
              <a:t>resultados</a:t>
            </a:r>
            <a:r>
              <a:rPr lang="en-US" dirty="0"/>
              <a:t>. </a:t>
            </a:r>
            <a:r>
              <a:rPr lang="en-US" dirty="0" err="1"/>
              <a:t>Armazenamento</a:t>
            </a:r>
            <a:r>
              <a:rPr lang="en-US" dirty="0"/>
              <a:t> de </a:t>
            </a:r>
            <a:r>
              <a:rPr lang="en-US" dirty="0" err="1"/>
              <a:t>resultados</a:t>
            </a:r>
            <a:r>
              <a:rPr lang="en-US" dirty="0"/>
              <a:t>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ECEE1D-C926-90FE-6792-0A2B05F61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15</a:t>
            </a:fld>
            <a:endParaRPr lang="en-US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58196CD1-6E67-476D-B028-260AB30C8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2436431"/>
            <a:ext cx="4706472" cy="3213254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93F0B778-4014-B1A0-AE38-72EEAE728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706" y="2301494"/>
            <a:ext cx="6766302" cy="3005292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419FC841-708D-D58C-7692-53617E707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476" y="5342889"/>
            <a:ext cx="8031048" cy="141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84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7A752-C366-89BF-34CC-DCC1AE76B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91FA51-3474-709F-4811-EBCB4CA5C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Execução</a:t>
            </a:r>
            <a:r>
              <a:rPr lang="en-US" dirty="0"/>
              <a:t> de Testes e </a:t>
            </a:r>
            <a:r>
              <a:rPr lang="en-US" dirty="0" err="1"/>
              <a:t>Geração</a:t>
            </a:r>
            <a:r>
              <a:rPr lang="en-US" dirty="0"/>
              <a:t> de Dados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675329-5578-6712-1D7D-A10C3925E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Etapa 4:  </a:t>
            </a:r>
            <a:r>
              <a:rPr lang="en-US" dirty="0" err="1"/>
              <a:t>Leitura</a:t>
            </a:r>
            <a:r>
              <a:rPr lang="en-US" dirty="0"/>
              <a:t> dos </a:t>
            </a:r>
            <a:r>
              <a:rPr lang="en-US" dirty="0" err="1"/>
              <a:t>resultados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de </a:t>
            </a:r>
            <a:r>
              <a:rPr lang="en-US" dirty="0" err="1"/>
              <a:t>arquivo</a:t>
            </a:r>
            <a:endParaRPr lang="en-US" dirty="0"/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435A63-AB6E-46F3-796C-5500AEA1A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16</a:t>
            </a:fld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6C3ED27-ECB9-687E-DC03-7D9466099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767" y="2284678"/>
            <a:ext cx="8889433" cy="427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30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A5A54-B22E-BAE2-EBD5-CA8BDF601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preliminares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BFDCD6-A8E7-0731-F6F3-1BF7E277C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17</a:t>
            </a:fld>
            <a:endParaRPr lang="en-US"/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74363B1E-0213-D155-F20E-AE64B04D7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97286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8 threads no total; Turbo Boost </a:t>
            </a:r>
            <a:r>
              <a:rPr lang="en-US" dirty="0" err="1"/>
              <a:t>Ativo</a:t>
            </a:r>
            <a:endParaRPr lang="en-US" dirty="0"/>
          </a:p>
          <a:p>
            <a:r>
              <a:rPr lang="en-US" b="1" dirty="0"/>
              <a:t>Cenário 1</a:t>
            </a:r>
          </a:p>
          <a:p>
            <a:pPr lvl="1"/>
            <a:r>
              <a:rPr lang="en-US" dirty="0" err="1"/>
              <a:t>Apenas</a:t>
            </a:r>
            <a:r>
              <a:rPr lang="en-US" dirty="0"/>
              <a:t> P-cores</a:t>
            </a:r>
          </a:p>
          <a:p>
            <a:pPr lvl="1"/>
            <a:r>
              <a:rPr lang="en-US" dirty="0"/>
              <a:t>1 thread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núcleo</a:t>
            </a:r>
            <a:r>
              <a:rPr lang="en-US" dirty="0"/>
              <a:t> </a:t>
            </a:r>
            <a:r>
              <a:rPr lang="en-US" dirty="0" err="1"/>
              <a:t>físico</a:t>
            </a:r>
            <a:r>
              <a:rPr lang="en-US" dirty="0"/>
              <a:t> (8 </a:t>
            </a:r>
            <a:r>
              <a:rPr lang="en-US" dirty="0" err="1"/>
              <a:t>núcleos</a:t>
            </a:r>
            <a:r>
              <a:rPr lang="en-US" dirty="0"/>
              <a:t> </a:t>
            </a:r>
            <a:r>
              <a:rPr lang="en-US" dirty="0" err="1"/>
              <a:t>físicos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)</a:t>
            </a:r>
          </a:p>
          <a:p>
            <a:r>
              <a:rPr lang="en-US" b="1" dirty="0"/>
              <a:t>Cenário 2</a:t>
            </a:r>
          </a:p>
          <a:p>
            <a:pPr lvl="1"/>
            <a:r>
              <a:rPr lang="en-US" dirty="0" err="1"/>
              <a:t>Apenas</a:t>
            </a:r>
            <a:r>
              <a:rPr lang="en-US" dirty="0"/>
              <a:t> P-cores</a:t>
            </a:r>
          </a:p>
          <a:p>
            <a:pPr lvl="1"/>
            <a:r>
              <a:rPr lang="en-US" dirty="0" err="1"/>
              <a:t>Núcleos</a:t>
            </a:r>
            <a:r>
              <a:rPr lang="en-US" dirty="0"/>
              <a:t> </a:t>
            </a:r>
            <a:r>
              <a:rPr lang="en-US" dirty="0" err="1"/>
              <a:t>físicos</a:t>
            </a:r>
            <a:r>
              <a:rPr lang="en-US" dirty="0"/>
              <a:t> e </a:t>
            </a:r>
            <a:r>
              <a:rPr lang="en-US" dirty="0" err="1"/>
              <a:t>lógicos</a:t>
            </a:r>
            <a:endParaRPr lang="en-US" dirty="0"/>
          </a:p>
          <a:p>
            <a:pPr lvl="1"/>
            <a:r>
              <a:rPr lang="en-US" dirty="0"/>
              <a:t>2 threads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núcleo</a:t>
            </a:r>
            <a:r>
              <a:rPr lang="en-US" dirty="0"/>
              <a:t> </a:t>
            </a:r>
            <a:r>
              <a:rPr lang="en-US" dirty="0" err="1"/>
              <a:t>físico</a:t>
            </a:r>
            <a:r>
              <a:rPr lang="en-US" dirty="0"/>
              <a:t> (4 </a:t>
            </a:r>
            <a:r>
              <a:rPr lang="en-US" dirty="0" err="1"/>
              <a:t>núcleos</a:t>
            </a:r>
            <a:r>
              <a:rPr lang="en-US" dirty="0"/>
              <a:t> </a:t>
            </a:r>
            <a:r>
              <a:rPr lang="en-US" dirty="0" err="1"/>
              <a:t>físicos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)</a:t>
            </a:r>
          </a:p>
        </p:txBody>
      </p:sp>
      <p:sp>
        <p:nvSpPr>
          <p:cNvPr id="13" name="Espaço Reservado para Conteúdo 11">
            <a:extLst>
              <a:ext uri="{FF2B5EF4-FFF2-40B4-BE49-F238E27FC236}">
                <a16:creationId xmlns:a16="http://schemas.microsoft.com/office/drawing/2014/main" id="{796C9C2B-FC1A-F433-6439-DC6659589AA5}"/>
              </a:ext>
            </a:extLst>
          </p:cNvPr>
          <p:cNvSpPr txBox="1">
            <a:spLocks/>
          </p:cNvSpPr>
          <p:nvPr/>
        </p:nvSpPr>
        <p:spPr>
          <a:xfrm>
            <a:off x="6335486" y="2563587"/>
            <a:ext cx="5497286" cy="3613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Cenário 3</a:t>
            </a:r>
          </a:p>
          <a:p>
            <a:pPr lvl="1"/>
            <a:r>
              <a:rPr lang="en-US" dirty="0"/>
              <a:t>P-cores e e-cores</a:t>
            </a:r>
          </a:p>
          <a:p>
            <a:pPr lvl="1"/>
            <a:r>
              <a:rPr lang="en-US" dirty="0"/>
              <a:t>4 threads em 4 p-cores físicos,4 threads em 4 e-cores</a:t>
            </a:r>
          </a:p>
          <a:p>
            <a:r>
              <a:rPr lang="en-US" b="1" dirty="0"/>
              <a:t>Cenário 4</a:t>
            </a:r>
          </a:p>
          <a:p>
            <a:pPr lvl="1"/>
            <a:r>
              <a:rPr lang="en-US" dirty="0" err="1"/>
              <a:t>Apenas</a:t>
            </a:r>
            <a:r>
              <a:rPr lang="en-US" dirty="0"/>
              <a:t> e-cores</a:t>
            </a:r>
          </a:p>
          <a:p>
            <a:pPr lvl="1"/>
            <a:r>
              <a:rPr lang="en-US" dirty="0"/>
              <a:t>1 thread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núcleo</a:t>
            </a:r>
            <a:r>
              <a:rPr lang="en-US" dirty="0"/>
              <a:t> </a:t>
            </a:r>
            <a:r>
              <a:rPr lang="en-US" dirty="0" err="1"/>
              <a:t>físico</a:t>
            </a:r>
            <a:r>
              <a:rPr lang="en-US" dirty="0"/>
              <a:t> (8 </a:t>
            </a:r>
            <a:r>
              <a:rPr lang="en-US" dirty="0" err="1"/>
              <a:t>núcleos</a:t>
            </a:r>
            <a:r>
              <a:rPr lang="en-US" dirty="0"/>
              <a:t> </a:t>
            </a:r>
            <a:r>
              <a:rPr lang="en-US" dirty="0" err="1"/>
              <a:t>físicos</a:t>
            </a:r>
            <a:r>
              <a:rPr lang="en-US" dirty="0"/>
              <a:t> </a:t>
            </a:r>
            <a:r>
              <a:rPr lang="en-US" dirty="0" err="1"/>
              <a:t>diferentes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614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75C7B-450D-E415-CCDE-A05A5285C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28148B-6DCE-57B8-0387-984DAC63C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18</a:t>
            </a:fld>
            <a:endParaRPr lang="en-US"/>
          </a:p>
        </p:txBody>
      </p:sp>
      <p:pic>
        <p:nvPicPr>
          <p:cNvPr id="8" name="Espaço Reservado para Conteúdo 7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36F05054-8A86-D834-351B-2C9DCBE3C7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71" y="349259"/>
            <a:ext cx="9827078" cy="6372216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52F2D54-3EB1-C81D-9007-7A7DC94C1C92}"/>
              </a:ext>
            </a:extLst>
          </p:cNvPr>
          <p:cNvSpPr txBox="1"/>
          <p:nvPr/>
        </p:nvSpPr>
        <p:spPr>
          <a:xfrm>
            <a:off x="10306050" y="2891140"/>
            <a:ext cx="18231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 threads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Matrix size: (4000,4000)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5213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1668E-0075-013A-16DE-8AC4320C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50447-B55F-B687-0291-F4DAA1DB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Dificuldades</a:t>
            </a:r>
            <a:r>
              <a:rPr lang="en-US" dirty="0"/>
              <a:t> </a:t>
            </a:r>
            <a:r>
              <a:rPr lang="en-US" dirty="0" err="1"/>
              <a:t>encontradas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AF4232-2E11-F2F3-791D-DA4834D46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Turbo Boost </a:t>
            </a:r>
            <a:r>
              <a:rPr lang="en-US" dirty="0" err="1"/>
              <a:t>desabilitado</a:t>
            </a:r>
            <a:r>
              <a:rPr lang="en-US" dirty="0"/>
              <a:t> </a:t>
            </a:r>
            <a:r>
              <a:rPr lang="en-US" dirty="0" err="1"/>
              <a:t>apresentou</a:t>
            </a:r>
            <a:r>
              <a:rPr lang="en-US" dirty="0"/>
              <a:t> </a:t>
            </a:r>
            <a:r>
              <a:rPr lang="en-US" dirty="0" err="1"/>
              <a:t>limitação</a:t>
            </a:r>
            <a:r>
              <a:rPr lang="en-US" dirty="0"/>
              <a:t> de </a:t>
            </a:r>
            <a:r>
              <a:rPr lang="en-US" dirty="0" err="1"/>
              <a:t>frequência</a:t>
            </a:r>
            <a:r>
              <a:rPr lang="en-US" dirty="0"/>
              <a:t> </a:t>
            </a:r>
            <a:r>
              <a:rPr lang="en-US" dirty="0" err="1"/>
              <a:t>máxima</a:t>
            </a:r>
            <a:endParaRPr lang="en-US" dirty="0"/>
          </a:p>
          <a:p>
            <a:pPr lvl="1"/>
            <a:r>
              <a:rPr lang="en-US" dirty="0"/>
              <a:t>Gera </a:t>
            </a:r>
            <a:r>
              <a:rPr lang="en-US" dirty="0" err="1"/>
              <a:t>impacto</a:t>
            </a:r>
            <a:r>
              <a:rPr lang="en-US" dirty="0"/>
              <a:t> </a:t>
            </a:r>
            <a:r>
              <a:rPr lang="en-US" b="1" dirty="0" err="1"/>
              <a:t>relevante</a:t>
            </a:r>
            <a:r>
              <a:rPr lang="en-US" dirty="0"/>
              <a:t> </a:t>
            </a:r>
            <a:r>
              <a:rPr lang="en-US" dirty="0" err="1"/>
              <a:t>nas</a:t>
            </a:r>
            <a:r>
              <a:rPr lang="en-US" dirty="0"/>
              <a:t> </a:t>
            </a:r>
            <a:r>
              <a:rPr lang="en-US" dirty="0" err="1"/>
              <a:t>observações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err="1"/>
              <a:t>Fixar</a:t>
            </a:r>
            <a:r>
              <a:rPr lang="en-US" dirty="0"/>
              <a:t> </a:t>
            </a:r>
            <a:r>
              <a:rPr lang="en-US" dirty="0" err="1"/>
              <a:t>frequência</a:t>
            </a:r>
            <a:r>
              <a:rPr lang="en-US" dirty="0"/>
              <a:t> </a:t>
            </a:r>
            <a:r>
              <a:rPr lang="en-US" dirty="0" err="1"/>
              <a:t>acima</a:t>
            </a:r>
            <a:r>
              <a:rPr lang="en-US" dirty="0"/>
              <a:t> da </a:t>
            </a:r>
            <a:r>
              <a:rPr lang="en-US" dirty="0" err="1"/>
              <a:t>frequência</a:t>
            </a:r>
            <a:r>
              <a:rPr lang="en-US" dirty="0"/>
              <a:t> base com Turbo Boost </a:t>
            </a:r>
            <a:r>
              <a:rPr lang="en-US" dirty="0" err="1"/>
              <a:t>desativado</a:t>
            </a:r>
            <a:endParaRPr lang="en-US" dirty="0"/>
          </a:p>
          <a:p>
            <a:pPr lvl="1"/>
            <a:r>
              <a:rPr lang="en-US" dirty="0">
                <a:highlight>
                  <a:srgbClr val="FFFF00"/>
                </a:highlight>
              </a:rPr>
              <a:t>Pendente</a:t>
            </a:r>
          </a:p>
          <a:p>
            <a:pPr lvl="1"/>
            <a:endParaRPr lang="en-US" dirty="0">
              <a:highlight>
                <a:srgbClr val="FFFF00"/>
              </a:highlight>
            </a:endParaRPr>
          </a:p>
          <a:p>
            <a:r>
              <a:rPr lang="en-US" dirty="0" err="1"/>
              <a:t>Utilização</a:t>
            </a:r>
            <a:r>
              <a:rPr lang="en-US" dirty="0"/>
              <a:t> do GUIX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Pendente</a:t>
            </a:r>
          </a:p>
          <a:p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B413FFD-B1A9-257B-7C4D-C8ACC2B23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66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112D4-7AEF-8961-9586-ABE3196D7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Cronograma</a:t>
            </a: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EFCAF29-4DCD-E7C0-2352-0522D1433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175" y="1863408"/>
            <a:ext cx="11379650" cy="4263072"/>
          </a:xfrm>
          <a:prstGeom prst="rect">
            <a:avLst/>
          </a:prstGeom>
        </p:spPr>
      </p:pic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B80C17B3-F507-5C11-B4B7-9D827CD9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852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77F69-9DD3-B8A0-3252-7B6141DB2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Referências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E409B8-D47B-AAF7-986E-43C23519D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b="1" dirty="0"/>
              <a:t>How Intel Technologies Boost Your CPU’s Performance: </a:t>
            </a:r>
            <a:r>
              <a:rPr lang="pt-BR" sz="1800" dirty="0">
                <a:hlinkClick r:id="rId2"/>
              </a:rPr>
              <a:t>https://www.intel.com/content/www/us/en/gaming/resources/how-intel-technologies-boost-cpu-performance.html</a:t>
            </a:r>
            <a:endParaRPr lang="pt-BR" sz="1800" dirty="0"/>
          </a:p>
          <a:p>
            <a:pPr marL="342900" indent="-342900">
              <a:buFont typeface="+mj-lt"/>
              <a:buAutoNum type="arabicPeriod"/>
            </a:pPr>
            <a:r>
              <a:rPr lang="pt-BR" sz="1800" b="1" dirty="0"/>
              <a:t>Processador Intel® Core™ i7 14700T - 33 M de cache, até 5,20 GHz: </a:t>
            </a:r>
            <a:r>
              <a:rPr lang="en-US" sz="1800" dirty="0">
                <a:hlinkClick r:id="rId3"/>
              </a:rPr>
              <a:t>https://www.intel.com.br/content/www/br/pt/products/sku/236794/intel-core-i7-processor-14700t-33m-cache-up-to-5-20-ghz/specifications.html</a:t>
            </a: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pt-BR" sz="1800" b="1" dirty="0"/>
              <a:t>Processador Intel® Core™ i7 14700K  -33 M de cache, até 5,60 GHz: </a:t>
            </a:r>
            <a:r>
              <a:rPr lang="pt-BR" sz="1800" dirty="0">
                <a:hlinkClick r:id="rId4"/>
              </a:rPr>
              <a:t>https://www.intel.com.br/content/www/br/pt/products/sku/236783/intel-core-i7-processor-14700k-33m-cache-up-to-5-60-ghz/specifications.html</a:t>
            </a:r>
            <a:endParaRPr lang="pt-BR" sz="1800" dirty="0"/>
          </a:p>
          <a:p>
            <a:pPr marL="342900" indent="-342900">
              <a:buFont typeface="+mj-lt"/>
              <a:buAutoNum type="arabicPeriod"/>
            </a:pPr>
            <a:endParaRPr lang="pt-BR" sz="1800" dirty="0"/>
          </a:p>
          <a:p>
            <a:pPr marL="342900" indent="-342900">
              <a:buFont typeface="+mj-lt"/>
              <a:buAutoNum type="arabicPeriod"/>
            </a:pPr>
            <a:endParaRPr lang="en-US" sz="1800" b="1" dirty="0"/>
          </a:p>
          <a:p>
            <a:pPr marL="342900" indent="-342900">
              <a:buFont typeface="+mj-lt"/>
              <a:buAutoNum type="arabicPeriod"/>
            </a:pPr>
            <a:endParaRPr lang="pt-BR" sz="18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363A04-88A9-FC99-A07C-58A6BA917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08302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744</Words>
  <Application>Microsoft Office PowerPoint</Application>
  <PresentationFormat>Widescreen</PresentationFormat>
  <Paragraphs>136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Neue Haas Grotesk Text Pro</vt:lpstr>
      <vt:lpstr>Dune</vt:lpstr>
      <vt:lpstr>Tema do Office</vt:lpstr>
      <vt:lpstr>TF - Parcial</vt:lpstr>
      <vt:lpstr>Roteiro</vt:lpstr>
      <vt:lpstr>Recapitulação</vt:lpstr>
      <vt:lpstr>Novas Decisões de Projeto</vt:lpstr>
      <vt:lpstr>Novas Decisões de Projeto</vt:lpstr>
      <vt:lpstr>Turbo Boost</vt:lpstr>
      <vt:lpstr>Hardware: Limitações</vt:lpstr>
      <vt:lpstr>Limites de Frequência de CPU</vt:lpstr>
      <vt:lpstr>Limites de Frequência de CPU</vt:lpstr>
      <vt:lpstr>Teste de Frequência de CPU</vt:lpstr>
      <vt:lpstr>Teste de Frequência de CPU</vt:lpstr>
      <vt:lpstr>Ambiente de Teste</vt:lpstr>
      <vt:lpstr>Execução de Testes e Geração de Dados</vt:lpstr>
      <vt:lpstr>Execução de Testes e Geração de Dados</vt:lpstr>
      <vt:lpstr>Execução de Testes e Geração de Dados</vt:lpstr>
      <vt:lpstr>Execução de Testes e Geração de Dados</vt:lpstr>
      <vt:lpstr>Resultados preliminares</vt:lpstr>
      <vt:lpstr>Apresentação do PowerPoint</vt:lpstr>
      <vt:lpstr>Dificuldades encontradas</vt:lpstr>
      <vt:lpstr>Cronograma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Luiz Grave Gross</dc:creator>
  <cp:lastModifiedBy>João Luiz Grave Gross</cp:lastModifiedBy>
  <cp:revision>1</cp:revision>
  <dcterms:created xsi:type="dcterms:W3CDTF">2025-08-29T15:25:20Z</dcterms:created>
  <dcterms:modified xsi:type="dcterms:W3CDTF">2025-10-02T12:59:42Z</dcterms:modified>
</cp:coreProperties>
</file>