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  <p:sldMasterId id="2147483702" r:id="rId2"/>
  </p:sldMasterIdLst>
  <p:notesMasterIdLst>
    <p:notesMasterId r:id="rId19"/>
  </p:notesMasterIdLst>
  <p:sldIdLst>
    <p:sldId id="256" r:id="rId3"/>
    <p:sldId id="257" r:id="rId4"/>
    <p:sldId id="265" r:id="rId5"/>
    <p:sldId id="278" r:id="rId6"/>
    <p:sldId id="273" r:id="rId7"/>
    <p:sldId id="284" r:id="rId8"/>
    <p:sldId id="290" r:id="rId9"/>
    <p:sldId id="276" r:id="rId10"/>
    <p:sldId id="291" r:id="rId11"/>
    <p:sldId id="292" r:id="rId12"/>
    <p:sldId id="293" r:id="rId13"/>
    <p:sldId id="294" r:id="rId14"/>
    <p:sldId id="295" r:id="rId15"/>
    <p:sldId id="296" r:id="rId16"/>
    <p:sldId id="266" r:id="rId17"/>
    <p:sldId id="297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2F3FFC-06E3-4CB0-870E-58AB0F6E031B}" v="102" dt="2025-11-30T19:38:08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46" autoAdjust="0"/>
    <p:restoredTop sz="94660"/>
  </p:normalViewPr>
  <p:slideViewPr>
    <p:cSldViewPr snapToGrid="0">
      <p:cViewPr>
        <p:scale>
          <a:sx n="100" d="100"/>
          <a:sy n="100" d="100"/>
        </p:scale>
        <p:origin x="55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Luiz Grave Gross" userId="70663aa8-58a3-482c-a5ab-33e75f2c9147" providerId="ADAL" clId="{1642D5D4-6F90-4729-B6C8-CF446D4D64F7}"/>
    <pc:docChg chg="undo redo custSel addSld delSld modSld sldOrd">
      <pc:chgData name="João Luiz Grave Gross" userId="70663aa8-58a3-482c-a5ab-33e75f2c9147" providerId="ADAL" clId="{1642D5D4-6F90-4729-B6C8-CF446D4D64F7}" dt="2025-11-30T19:50:26.034" v="8713" actId="478"/>
      <pc:docMkLst>
        <pc:docMk/>
      </pc:docMkLst>
      <pc:sldChg chg="modSp mod">
        <pc:chgData name="João Luiz Grave Gross" userId="70663aa8-58a3-482c-a5ab-33e75f2c9147" providerId="ADAL" clId="{1642D5D4-6F90-4729-B6C8-CF446D4D64F7}" dt="2025-11-30T17:58:53.945" v="4844" actId="20577"/>
        <pc:sldMkLst>
          <pc:docMk/>
          <pc:sldMk cId="47810229" sldId="256"/>
        </pc:sldMkLst>
        <pc:spChg chg="mod">
          <ac:chgData name="João Luiz Grave Gross" userId="70663aa8-58a3-482c-a5ab-33e75f2c9147" providerId="ADAL" clId="{1642D5D4-6F90-4729-B6C8-CF446D4D64F7}" dt="2025-11-30T17:58:46.799" v="4832" actId="20577"/>
          <ac:spMkLst>
            <pc:docMk/>
            <pc:sldMk cId="47810229" sldId="256"/>
            <ac:spMk id="2" creationId="{7D6A8525-0293-A613-59EA-5400AB9FE26E}"/>
          </ac:spMkLst>
        </pc:spChg>
        <pc:spChg chg="mod">
          <ac:chgData name="João Luiz Grave Gross" userId="70663aa8-58a3-482c-a5ab-33e75f2c9147" providerId="ADAL" clId="{1642D5D4-6F90-4729-B6C8-CF446D4D64F7}" dt="2025-11-30T17:58:53.945" v="4844" actId="20577"/>
          <ac:spMkLst>
            <pc:docMk/>
            <pc:sldMk cId="47810229" sldId="256"/>
            <ac:spMk id="3" creationId="{EE087616-6EA5-364C-435F-60A3350C0003}"/>
          </ac:spMkLst>
        </pc:spChg>
      </pc:sldChg>
      <pc:sldChg chg="modSp mod">
        <pc:chgData name="João Luiz Grave Gross" userId="70663aa8-58a3-482c-a5ab-33e75f2c9147" providerId="ADAL" clId="{1642D5D4-6F90-4729-B6C8-CF446D4D64F7}" dt="2025-11-30T18:17:04.072" v="6039" actId="20577"/>
        <pc:sldMkLst>
          <pc:docMk/>
          <pc:sldMk cId="1631264518" sldId="257"/>
        </pc:sldMkLst>
        <pc:spChg chg="mod">
          <ac:chgData name="João Luiz Grave Gross" userId="70663aa8-58a3-482c-a5ab-33e75f2c9147" providerId="ADAL" clId="{1642D5D4-6F90-4729-B6C8-CF446D4D64F7}" dt="2025-11-30T18:17:04.072" v="6039" actId="20577"/>
          <ac:spMkLst>
            <pc:docMk/>
            <pc:sldMk cId="1631264518" sldId="257"/>
            <ac:spMk id="3" creationId="{0261678C-A4C4-6456-A4CB-BB90A3E6B364}"/>
          </ac:spMkLst>
        </pc:spChg>
      </pc:sldChg>
      <pc:sldChg chg="del">
        <pc:chgData name="João Luiz Grave Gross" userId="70663aa8-58a3-482c-a5ab-33e75f2c9147" providerId="ADAL" clId="{1642D5D4-6F90-4729-B6C8-CF446D4D64F7}" dt="2025-11-30T18:34:54.356" v="6479" actId="2696"/>
        <pc:sldMkLst>
          <pc:docMk/>
          <pc:sldMk cId="1117785298" sldId="263"/>
        </pc:sldMkLst>
      </pc:sldChg>
      <pc:sldChg chg="del">
        <pc:chgData name="João Luiz Grave Gross" userId="70663aa8-58a3-482c-a5ab-33e75f2c9147" providerId="ADAL" clId="{1642D5D4-6F90-4729-B6C8-CF446D4D64F7}" dt="2025-11-30T18:00:43.687" v="5050" actId="2696"/>
        <pc:sldMkLst>
          <pc:docMk/>
          <pc:sldMk cId="143472058" sldId="264"/>
        </pc:sldMkLst>
      </pc:sldChg>
      <pc:sldChg chg="addSp delSp modSp mod ord setBg">
        <pc:chgData name="João Luiz Grave Gross" userId="70663aa8-58a3-482c-a5ab-33e75f2c9147" providerId="ADAL" clId="{1642D5D4-6F90-4729-B6C8-CF446D4D64F7}" dt="2025-11-30T18:04:14.385" v="5144" actId="1076"/>
        <pc:sldMkLst>
          <pc:docMk/>
          <pc:sldMk cId="203766769" sldId="265"/>
        </pc:sldMkLst>
        <pc:spChg chg="mod">
          <ac:chgData name="João Luiz Grave Gross" userId="70663aa8-58a3-482c-a5ab-33e75f2c9147" providerId="ADAL" clId="{1642D5D4-6F90-4729-B6C8-CF446D4D64F7}" dt="2025-11-30T18:03:48.322" v="5117" actId="20577"/>
          <ac:spMkLst>
            <pc:docMk/>
            <pc:sldMk cId="203766769" sldId="265"/>
            <ac:spMk id="2" creationId="{EE9BC3AE-C10A-E0B8-883E-2DDAEFE7CE83}"/>
          </ac:spMkLst>
        </pc:spChg>
        <pc:spChg chg="del">
          <ac:chgData name="João Luiz Grave Gross" userId="70663aa8-58a3-482c-a5ab-33e75f2c9147" providerId="ADAL" clId="{1642D5D4-6F90-4729-B6C8-CF446D4D64F7}" dt="2025-11-30T18:01:06.575" v="5058" actId="478"/>
          <ac:spMkLst>
            <pc:docMk/>
            <pc:sldMk cId="203766769" sldId="265"/>
            <ac:spMk id="3" creationId="{7937894A-A613-F031-1DE3-835300EFC7E3}"/>
          </ac:spMkLst>
        </pc:spChg>
        <pc:spChg chg="del">
          <ac:chgData name="João Luiz Grave Gross" userId="70663aa8-58a3-482c-a5ab-33e75f2c9147" providerId="ADAL" clId="{1642D5D4-6F90-4729-B6C8-CF446D4D64F7}" dt="2025-11-30T18:01:02.123" v="5055" actId="478"/>
          <ac:spMkLst>
            <pc:docMk/>
            <pc:sldMk cId="203766769" sldId="265"/>
            <ac:spMk id="4" creationId="{2994BD9E-6C91-9B71-C3A4-AF66A54B1B54}"/>
          </ac:spMkLst>
        </pc:spChg>
        <pc:spChg chg="del">
          <ac:chgData name="João Luiz Grave Gross" userId="70663aa8-58a3-482c-a5ab-33e75f2c9147" providerId="ADAL" clId="{1642D5D4-6F90-4729-B6C8-CF446D4D64F7}" dt="2025-11-30T18:01:13.590" v="5066" actId="478"/>
          <ac:spMkLst>
            <pc:docMk/>
            <pc:sldMk cId="203766769" sldId="265"/>
            <ac:spMk id="7" creationId="{711C8A77-A2C9-702D-BC1E-801318698D32}"/>
          </ac:spMkLst>
        </pc:spChg>
        <pc:spChg chg="del mod">
          <ac:chgData name="João Luiz Grave Gross" userId="70663aa8-58a3-482c-a5ab-33e75f2c9147" providerId="ADAL" clId="{1642D5D4-6F90-4729-B6C8-CF446D4D64F7}" dt="2025-11-30T18:01:12.241" v="5065" actId="478"/>
          <ac:spMkLst>
            <pc:docMk/>
            <pc:sldMk cId="203766769" sldId="265"/>
            <ac:spMk id="9" creationId="{CE086E10-9D90-677D-737D-13C0E54CDC3B}"/>
          </ac:spMkLst>
        </pc:spChg>
        <pc:spChg chg="mod">
          <ac:chgData name="João Luiz Grave Gross" userId="70663aa8-58a3-482c-a5ab-33e75f2c9147" providerId="ADAL" clId="{1642D5D4-6F90-4729-B6C8-CF446D4D64F7}" dt="2025-11-30T18:02:30.316" v="5078"/>
          <ac:spMkLst>
            <pc:docMk/>
            <pc:sldMk cId="203766769" sldId="265"/>
            <ac:spMk id="12" creationId="{DFFC5F0F-206E-664D-33EB-242CA8106F60}"/>
          </ac:spMkLst>
        </pc:spChg>
        <pc:spChg chg="del">
          <ac:chgData name="João Luiz Grave Gross" userId="70663aa8-58a3-482c-a5ab-33e75f2c9147" providerId="ADAL" clId="{1642D5D4-6F90-4729-B6C8-CF446D4D64F7}" dt="2025-11-30T18:01:08.554" v="5061" actId="478"/>
          <ac:spMkLst>
            <pc:docMk/>
            <pc:sldMk cId="203766769" sldId="265"/>
            <ac:spMk id="13" creationId="{9981C08A-4EB5-1C60-A822-040BE1542427}"/>
          </ac:spMkLst>
        </pc:spChg>
        <pc:spChg chg="del mod">
          <ac:chgData name="João Luiz Grave Gross" userId="70663aa8-58a3-482c-a5ab-33e75f2c9147" providerId="ADAL" clId="{1642D5D4-6F90-4729-B6C8-CF446D4D64F7}" dt="2025-11-30T18:01:11.244" v="5064" actId="478"/>
          <ac:spMkLst>
            <pc:docMk/>
            <pc:sldMk cId="203766769" sldId="265"/>
            <ac:spMk id="14" creationId="{9831B8E5-FD1B-72EF-275D-B659CA536DF9}"/>
          </ac:spMkLst>
        </pc:spChg>
        <pc:spChg chg="del">
          <ac:chgData name="João Luiz Grave Gross" userId="70663aa8-58a3-482c-a5ab-33e75f2c9147" providerId="ADAL" clId="{1642D5D4-6F90-4729-B6C8-CF446D4D64F7}" dt="2025-11-30T18:01:05.290" v="5057" actId="478"/>
          <ac:spMkLst>
            <pc:docMk/>
            <pc:sldMk cId="203766769" sldId="265"/>
            <ac:spMk id="15" creationId="{F07C56CD-31C7-C390-9315-8E0E49093067}"/>
          </ac:spMkLst>
        </pc:spChg>
        <pc:spChg chg="add del">
          <ac:chgData name="João Luiz Grave Gross" userId="70663aa8-58a3-482c-a5ab-33e75f2c9147" providerId="ADAL" clId="{1642D5D4-6F90-4729-B6C8-CF446D4D64F7}" dt="2025-11-30T18:02:30.316" v="5078"/>
          <ac:spMkLst>
            <pc:docMk/>
            <pc:sldMk cId="203766769" sldId="265"/>
            <ac:spMk id="1031" creationId="{C4879EFC-8E62-4E00-973C-C45EE9EC676D}"/>
          </ac:spMkLst>
        </pc:spChg>
        <pc:spChg chg="add del">
          <ac:chgData name="João Luiz Grave Gross" userId="70663aa8-58a3-482c-a5ab-33e75f2c9147" providerId="ADAL" clId="{1642D5D4-6F90-4729-B6C8-CF446D4D64F7}" dt="2025-11-30T18:02:30.316" v="5078"/>
          <ac:spMkLst>
            <pc:docMk/>
            <pc:sldMk cId="203766769" sldId="265"/>
            <ac:spMk id="1033" creationId="{D6A9C53F-5F90-40A5-8C85-5412D39C8C68}"/>
          </ac:spMkLst>
        </pc:spChg>
        <pc:picChg chg="del">
          <ac:chgData name="João Luiz Grave Gross" userId="70663aa8-58a3-482c-a5ab-33e75f2c9147" providerId="ADAL" clId="{1642D5D4-6F90-4729-B6C8-CF446D4D64F7}" dt="2025-11-30T18:01:06.984" v="5059" actId="478"/>
          <ac:picMkLst>
            <pc:docMk/>
            <pc:sldMk cId="203766769" sldId="265"/>
            <ac:picMk id="5" creationId="{0D97885D-0D7E-3BE2-2190-BC18B3CF77FE}"/>
          </ac:picMkLst>
        </pc:picChg>
        <pc:picChg chg="del">
          <ac:chgData name="João Luiz Grave Gross" userId="70663aa8-58a3-482c-a5ab-33e75f2c9147" providerId="ADAL" clId="{1642D5D4-6F90-4729-B6C8-CF446D4D64F7}" dt="2025-11-30T18:01:07.623" v="5060" actId="478"/>
          <ac:picMkLst>
            <pc:docMk/>
            <pc:sldMk cId="203766769" sldId="265"/>
            <ac:picMk id="8" creationId="{BEC204D4-52F2-A0C0-B4C0-651965C8FB3D}"/>
          </ac:picMkLst>
        </pc:picChg>
        <pc:picChg chg="add mod">
          <ac:chgData name="João Luiz Grave Gross" userId="70663aa8-58a3-482c-a5ab-33e75f2c9147" providerId="ADAL" clId="{1642D5D4-6F90-4729-B6C8-CF446D4D64F7}" dt="2025-11-30T18:04:09.470" v="5142" actId="1076"/>
          <ac:picMkLst>
            <pc:docMk/>
            <pc:sldMk cId="203766769" sldId="265"/>
            <ac:picMk id="10" creationId="{56B3FB3E-B73C-B9AF-1C73-FAAE7C002AF6}"/>
          </ac:picMkLst>
        </pc:picChg>
        <pc:picChg chg="mod">
          <ac:chgData name="João Luiz Grave Gross" userId="70663aa8-58a3-482c-a5ab-33e75f2c9147" providerId="ADAL" clId="{1642D5D4-6F90-4729-B6C8-CF446D4D64F7}" dt="2025-11-30T18:03:32.121" v="5092" actId="1076"/>
          <ac:picMkLst>
            <pc:docMk/>
            <pc:sldMk cId="203766769" sldId="265"/>
            <ac:picMk id="11" creationId="{C0FC9812-F6D1-CF35-E1AC-4717A4441B8E}"/>
          </ac:picMkLst>
        </pc:picChg>
        <pc:picChg chg="add mod ord">
          <ac:chgData name="João Luiz Grave Gross" userId="70663aa8-58a3-482c-a5ab-33e75f2c9147" providerId="ADAL" clId="{1642D5D4-6F90-4729-B6C8-CF446D4D64F7}" dt="2025-11-30T18:04:14.385" v="5144" actId="1076"/>
          <ac:picMkLst>
            <pc:docMk/>
            <pc:sldMk cId="203766769" sldId="265"/>
            <ac:picMk id="1026" creationId="{20815574-E73B-DD7F-9066-40B225C1C808}"/>
          </ac:picMkLst>
        </pc:picChg>
      </pc:sldChg>
      <pc:sldChg chg="modSp add del mod">
        <pc:chgData name="João Luiz Grave Gross" userId="70663aa8-58a3-482c-a5ab-33e75f2c9147" providerId="ADAL" clId="{1642D5D4-6F90-4729-B6C8-CF446D4D64F7}" dt="2025-11-30T19:35:09.291" v="8560" actId="20577"/>
        <pc:sldMkLst>
          <pc:docMk/>
          <pc:sldMk cId="676808302" sldId="266"/>
        </pc:sldMkLst>
        <pc:spChg chg="mod">
          <ac:chgData name="João Luiz Grave Gross" userId="70663aa8-58a3-482c-a5ab-33e75f2c9147" providerId="ADAL" clId="{1642D5D4-6F90-4729-B6C8-CF446D4D64F7}" dt="2025-11-30T19:35:09.291" v="8560" actId="20577"/>
          <ac:spMkLst>
            <pc:docMk/>
            <pc:sldMk cId="676808302" sldId="266"/>
            <ac:spMk id="3" creationId="{06E409B8-D47B-AAF7-986E-43C23519D4D4}"/>
          </ac:spMkLst>
        </pc:spChg>
      </pc:sldChg>
      <pc:sldChg chg="modSp mod">
        <pc:chgData name="João Luiz Grave Gross" userId="70663aa8-58a3-482c-a5ab-33e75f2c9147" providerId="ADAL" clId="{1642D5D4-6F90-4729-B6C8-CF446D4D64F7}" dt="2025-11-30T18:15:05.895" v="5968"/>
        <pc:sldMkLst>
          <pc:docMk/>
          <pc:sldMk cId="3312667182" sldId="273"/>
        </pc:sldMkLst>
        <pc:spChg chg="mod">
          <ac:chgData name="João Luiz Grave Gross" userId="70663aa8-58a3-482c-a5ab-33e75f2c9147" providerId="ADAL" clId="{1642D5D4-6F90-4729-B6C8-CF446D4D64F7}" dt="2025-11-30T18:12:54.032" v="5826"/>
          <ac:spMkLst>
            <pc:docMk/>
            <pc:sldMk cId="3312667182" sldId="273"/>
            <ac:spMk id="2" creationId="{BF1D348F-FD48-0AC0-4FBF-AA8ADD337017}"/>
          </ac:spMkLst>
        </pc:spChg>
        <pc:spChg chg="mod">
          <ac:chgData name="João Luiz Grave Gross" userId="70663aa8-58a3-482c-a5ab-33e75f2c9147" providerId="ADAL" clId="{1642D5D4-6F90-4729-B6C8-CF446D4D64F7}" dt="2025-11-30T18:15:05.895" v="5968"/>
          <ac:spMkLst>
            <pc:docMk/>
            <pc:sldMk cId="3312667182" sldId="273"/>
            <ac:spMk id="3" creationId="{D85D38CC-A29D-8498-000F-84B79FC6F11C}"/>
          </ac:spMkLst>
        </pc:spChg>
      </pc:sldChg>
      <pc:sldChg chg="addSp delSp modSp mod">
        <pc:chgData name="João Luiz Grave Gross" userId="70663aa8-58a3-482c-a5ab-33e75f2c9147" providerId="ADAL" clId="{1642D5D4-6F90-4729-B6C8-CF446D4D64F7}" dt="2025-11-30T19:21:40.450" v="7696" actId="1076"/>
        <pc:sldMkLst>
          <pc:docMk/>
          <pc:sldMk cId="2496614450" sldId="276"/>
        </pc:sldMkLst>
        <pc:spChg chg="del mod">
          <ac:chgData name="João Luiz Grave Gross" userId="70663aa8-58a3-482c-a5ab-33e75f2c9147" providerId="ADAL" clId="{1642D5D4-6F90-4729-B6C8-CF446D4D64F7}" dt="2025-11-30T19:21:22.698" v="7661" actId="478"/>
          <ac:spMkLst>
            <pc:docMk/>
            <pc:sldMk cId="2496614450" sldId="276"/>
            <ac:spMk id="2" creationId="{164A5A54-B22E-BAE2-EBD5-CA8BDF60173A}"/>
          </ac:spMkLst>
        </pc:spChg>
        <pc:spChg chg="del">
          <ac:chgData name="João Luiz Grave Gross" userId="70663aa8-58a3-482c-a5ab-33e75f2c9147" providerId="ADAL" clId="{1642D5D4-6F90-4729-B6C8-CF446D4D64F7}" dt="2025-11-30T18:24:01.525" v="6469" actId="478"/>
          <ac:spMkLst>
            <pc:docMk/>
            <pc:sldMk cId="2496614450" sldId="276"/>
            <ac:spMk id="3" creationId="{9ACEEE1B-1037-35C5-7D01-BFEE1710A5D1}"/>
          </ac:spMkLst>
        </pc:spChg>
        <pc:spChg chg="add del mod">
          <ac:chgData name="João Luiz Grave Gross" userId="70663aa8-58a3-482c-a5ab-33e75f2c9147" providerId="ADAL" clId="{1642D5D4-6F90-4729-B6C8-CF446D4D64F7}" dt="2025-11-30T19:02:41.490" v="6964" actId="478"/>
          <ac:spMkLst>
            <pc:docMk/>
            <pc:sldMk cId="2496614450" sldId="276"/>
            <ac:spMk id="6" creationId="{3378CEF8-4EE4-4007-49B6-1DCEE491665F}"/>
          </ac:spMkLst>
        </pc:spChg>
        <pc:spChg chg="add mod">
          <ac:chgData name="João Luiz Grave Gross" userId="70663aa8-58a3-482c-a5ab-33e75f2c9147" providerId="ADAL" clId="{1642D5D4-6F90-4729-B6C8-CF446D4D64F7}" dt="2025-11-30T18:57:49.191" v="6538"/>
          <ac:spMkLst>
            <pc:docMk/>
            <pc:sldMk cId="2496614450" sldId="276"/>
            <ac:spMk id="7" creationId="{86DB6BCA-EB9D-617A-BBE8-0F23B0640138}"/>
          </ac:spMkLst>
        </pc:spChg>
        <pc:spChg chg="add mod">
          <ac:chgData name="João Luiz Grave Gross" userId="70663aa8-58a3-482c-a5ab-33e75f2c9147" providerId="ADAL" clId="{1642D5D4-6F90-4729-B6C8-CF446D4D64F7}" dt="2025-11-30T18:58:00.823" v="6586"/>
          <ac:spMkLst>
            <pc:docMk/>
            <pc:sldMk cId="2496614450" sldId="276"/>
            <ac:spMk id="8" creationId="{2486DF86-C902-7220-0F6A-85FB936C5312}"/>
          </ac:spMkLst>
        </pc:spChg>
        <pc:spChg chg="del mod">
          <ac:chgData name="João Luiz Grave Gross" userId="70663aa8-58a3-482c-a5ab-33e75f2c9147" providerId="ADAL" clId="{1642D5D4-6F90-4729-B6C8-CF446D4D64F7}" dt="2025-11-30T18:57:46.223" v="6536" actId="478"/>
          <ac:spMkLst>
            <pc:docMk/>
            <pc:sldMk cId="2496614450" sldId="276"/>
            <ac:spMk id="12" creationId="{74363B1E-0213-D155-F20E-AE64B04D7BE3}"/>
          </ac:spMkLst>
        </pc:spChg>
        <pc:spChg chg="del">
          <ac:chgData name="João Luiz Grave Gross" userId="70663aa8-58a3-482c-a5ab-33e75f2c9147" providerId="ADAL" clId="{1642D5D4-6F90-4729-B6C8-CF446D4D64F7}" dt="2025-11-30T18:24:03.009" v="6470" actId="478"/>
          <ac:spMkLst>
            <pc:docMk/>
            <pc:sldMk cId="2496614450" sldId="276"/>
            <ac:spMk id="13" creationId="{796C9C2B-FC1A-F433-6439-DC6659589AA5}"/>
          </ac:spMkLst>
        </pc:spChg>
        <pc:spChg chg="add mod">
          <ac:chgData name="João Luiz Grave Gross" userId="70663aa8-58a3-482c-a5ab-33e75f2c9147" providerId="ADAL" clId="{1642D5D4-6F90-4729-B6C8-CF446D4D64F7}" dt="2025-11-30T19:09:15.271" v="7075" actId="20577"/>
          <ac:spMkLst>
            <pc:docMk/>
            <pc:sldMk cId="2496614450" sldId="276"/>
            <ac:spMk id="15" creationId="{46562A69-A2F0-8CD2-F88B-EBDEEA2027DC}"/>
          </ac:spMkLst>
        </pc:spChg>
        <pc:spChg chg="add del mod">
          <ac:chgData name="João Luiz Grave Gross" userId="70663aa8-58a3-482c-a5ab-33e75f2c9147" providerId="ADAL" clId="{1642D5D4-6F90-4729-B6C8-CF446D4D64F7}" dt="2025-11-30T19:21:23.991" v="7662" actId="478"/>
          <ac:spMkLst>
            <pc:docMk/>
            <pc:sldMk cId="2496614450" sldId="276"/>
            <ac:spMk id="17" creationId="{E9B80D34-2109-1763-B5E7-5FC2EA72CD18}"/>
          </ac:spMkLst>
        </pc:spChg>
        <pc:spChg chg="add mod">
          <ac:chgData name="João Luiz Grave Gross" userId="70663aa8-58a3-482c-a5ab-33e75f2c9147" providerId="ADAL" clId="{1642D5D4-6F90-4729-B6C8-CF446D4D64F7}" dt="2025-11-30T19:21:36.386" v="7694" actId="20577"/>
          <ac:spMkLst>
            <pc:docMk/>
            <pc:sldMk cId="2496614450" sldId="276"/>
            <ac:spMk id="18" creationId="{C2355B76-3F26-DC1B-99A5-49D4F09D9BCB}"/>
          </ac:spMkLst>
        </pc:spChg>
        <pc:picChg chg="add del mod">
          <ac:chgData name="João Luiz Grave Gross" userId="70663aa8-58a3-482c-a5ab-33e75f2c9147" providerId="ADAL" clId="{1642D5D4-6F90-4729-B6C8-CF446D4D64F7}" dt="2025-11-30T19:05:20.689" v="6966" actId="478"/>
          <ac:picMkLst>
            <pc:docMk/>
            <pc:sldMk cId="2496614450" sldId="276"/>
            <ac:picMk id="10" creationId="{D8D917CF-8086-17B9-22F4-DE44D5E8B300}"/>
          </ac:picMkLst>
        </pc:picChg>
        <pc:picChg chg="add mod">
          <ac:chgData name="João Luiz Grave Gross" userId="70663aa8-58a3-482c-a5ab-33e75f2c9147" providerId="ADAL" clId="{1642D5D4-6F90-4729-B6C8-CF446D4D64F7}" dt="2025-11-30T19:21:40.450" v="7696" actId="1076"/>
          <ac:picMkLst>
            <pc:docMk/>
            <pc:sldMk cId="2496614450" sldId="276"/>
            <ac:picMk id="14" creationId="{295B3278-F554-F5E1-24E2-9A6857D35B0C}"/>
          </ac:picMkLst>
        </pc:picChg>
      </pc:sldChg>
      <pc:sldChg chg="del">
        <pc:chgData name="João Luiz Grave Gross" userId="70663aa8-58a3-482c-a5ab-33e75f2c9147" providerId="ADAL" clId="{1642D5D4-6F90-4729-B6C8-CF446D4D64F7}" dt="2025-11-30T18:00:46.361" v="5051" actId="2696"/>
        <pc:sldMkLst>
          <pc:docMk/>
          <pc:sldMk cId="1992294698" sldId="277"/>
        </pc:sldMkLst>
      </pc:sldChg>
      <pc:sldChg chg="addSp modSp mod">
        <pc:chgData name="João Luiz Grave Gross" userId="70663aa8-58a3-482c-a5ab-33e75f2c9147" providerId="ADAL" clId="{1642D5D4-6F90-4729-B6C8-CF446D4D64F7}" dt="2025-11-30T19:39:10.131" v="8606" actId="20577"/>
        <pc:sldMkLst>
          <pc:docMk/>
          <pc:sldMk cId="3585272815" sldId="278"/>
        </pc:sldMkLst>
        <pc:spChg chg="mod">
          <ac:chgData name="João Luiz Grave Gross" userId="70663aa8-58a3-482c-a5ab-33e75f2c9147" providerId="ADAL" clId="{1642D5D4-6F90-4729-B6C8-CF446D4D64F7}" dt="2025-11-30T18:04:28.362" v="5145"/>
          <ac:spMkLst>
            <pc:docMk/>
            <pc:sldMk cId="3585272815" sldId="278"/>
            <ac:spMk id="2" creationId="{EF6B2D67-D628-5875-86AB-6F4080B7B6BF}"/>
          </ac:spMkLst>
        </pc:spChg>
        <pc:spChg chg="mod">
          <ac:chgData name="João Luiz Grave Gross" userId="70663aa8-58a3-482c-a5ab-33e75f2c9147" providerId="ADAL" clId="{1642D5D4-6F90-4729-B6C8-CF446D4D64F7}" dt="2025-11-30T19:39:10.131" v="8606" actId="20577"/>
          <ac:spMkLst>
            <pc:docMk/>
            <pc:sldMk cId="3585272815" sldId="278"/>
            <ac:spMk id="3" creationId="{D1DF7931-1A4F-E468-D8DD-BDA28519EFEB}"/>
          </ac:spMkLst>
        </pc:spChg>
        <pc:picChg chg="add mod">
          <ac:chgData name="João Luiz Grave Gross" userId="70663aa8-58a3-482c-a5ab-33e75f2c9147" providerId="ADAL" clId="{1642D5D4-6F90-4729-B6C8-CF446D4D64F7}" dt="2025-11-30T18:06:46.872" v="5398" actId="931"/>
          <ac:picMkLst>
            <pc:docMk/>
            <pc:sldMk cId="3585272815" sldId="278"/>
            <ac:picMk id="6" creationId="{8C20C1EF-6C04-221E-1D90-0A24806CDDE2}"/>
          </ac:picMkLst>
        </pc:picChg>
      </pc:sldChg>
      <pc:sldChg chg="del">
        <pc:chgData name="João Luiz Grave Gross" userId="70663aa8-58a3-482c-a5ab-33e75f2c9147" providerId="ADAL" clId="{1642D5D4-6F90-4729-B6C8-CF446D4D64F7}" dt="2025-11-30T18:34:52.234" v="6478" actId="2696"/>
        <pc:sldMkLst>
          <pc:docMk/>
          <pc:sldMk cId="3072866178" sldId="279"/>
        </pc:sldMkLst>
      </pc:sldChg>
      <pc:sldChg chg="delSp modSp del mod">
        <pc:chgData name="João Luiz Grave Gross" userId="70663aa8-58a3-482c-a5ab-33e75f2c9147" providerId="ADAL" clId="{1642D5D4-6F90-4729-B6C8-CF446D4D64F7}" dt="2025-11-30T18:15:33.676" v="5974" actId="2696"/>
        <pc:sldMkLst>
          <pc:docMk/>
          <pc:sldMk cId="2656067867" sldId="280"/>
        </pc:sldMkLst>
        <pc:spChg chg="mod">
          <ac:chgData name="João Luiz Grave Gross" userId="70663aa8-58a3-482c-a5ab-33e75f2c9147" providerId="ADAL" clId="{1642D5D4-6F90-4729-B6C8-CF446D4D64F7}" dt="2025-11-30T18:15:28.995" v="5969"/>
          <ac:spMkLst>
            <pc:docMk/>
            <pc:sldMk cId="2656067867" sldId="280"/>
            <ac:spMk id="2" creationId="{DFC06BAD-CB83-57BE-1375-D0852D7C7D4D}"/>
          </ac:spMkLst>
        </pc:spChg>
        <pc:spChg chg="del">
          <ac:chgData name="João Luiz Grave Gross" userId="70663aa8-58a3-482c-a5ab-33e75f2c9147" providerId="ADAL" clId="{1642D5D4-6F90-4729-B6C8-CF446D4D64F7}" dt="2025-11-30T18:15:31.171" v="5972" actId="478"/>
          <ac:spMkLst>
            <pc:docMk/>
            <pc:sldMk cId="2656067867" sldId="280"/>
            <ac:spMk id="14" creationId="{28FF7AEC-CD68-2544-0285-998C3BA17C74}"/>
          </ac:spMkLst>
        </pc:spChg>
        <pc:picChg chg="del">
          <ac:chgData name="João Luiz Grave Gross" userId="70663aa8-58a3-482c-a5ab-33e75f2c9147" providerId="ADAL" clId="{1642D5D4-6F90-4729-B6C8-CF446D4D64F7}" dt="2025-11-30T18:15:30.423" v="5970" actId="478"/>
          <ac:picMkLst>
            <pc:docMk/>
            <pc:sldMk cId="2656067867" sldId="280"/>
            <ac:picMk id="11" creationId="{37F7EA34-498B-D96B-6538-628B20EAE112}"/>
          </ac:picMkLst>
        </pc:picChg>
        <pc:picChg chg="del">
          <ac:chgData name="João Luiz Grave Gross" userId="70663aa8-58a3-482c-a5ab-33e75f2c9147" providerId="ADAL" clId="{1642D5D4-6F90-4729-B6C8-CF446D4D64F7}" dt="2025-11-30T18:15:30.772" v="5971" actId="478"/>
          <ac:picMkLst>
            <pc:docMk/>
            <pc:sldMk cId="2656067867" sldId="280"/>
            <ac:picMk id="13" creationId="{12121A29-F1A1-D9E1-73F3-2CF698EB1B7C}"/>
          </ac:picMkLst>
        </pc:picChg>
        <pc:picChg chg="del">
          <ac:chgData name="João Luiz Grave Gross" userId="70663aa8-58a3-482c-a5ab-33e75f2c9147" providerId="ADAL" clId="{1642D5D4-6F90-4729-B6C8-CF446D4D64F7}" dt="2025-11-30T18:15:31.618" v="5973" actId="478"/>
          <ac:picMkLst>
            <pc:docMk/>
            <pc:sldMk cId="2656067867" sldId="280"/>
            <ac:picMk id="15" creationId="{71D5BC68-7119-4AF4-35D3-8F3CD027AD65}"/>
          </ac:picMkLst>
        </pc:picChg>
      </pc:sldChg>
      <pc:sldChg chg="del">
        <pc:chgData name="João Luiz Grave Gross" userId="70663aa8-58a3-482c-a5ab-33e75f2c9147" providerId="ADAL" clId="{1642D5D4-6F90-4729-B6C8-CF446D4D64F7}" dt="2025-11-30T18:15:35.398" v="5975" actId="2696"/>
        <pc:sldMkLst>
          <pc:docMk/>
          <pc:sldMk cId="3775376469" sldId="281"/>
        </pc:sldMkLst>
      </pc:sldChg>
      <pc:sldChg chg="del">
        <pc:chgData name="João Luiz Grave Gross" userId="70663aa8-58a3-482c-a5ab-33e75f2c9147" providerId="ADAL" clId="{1642D5D4-6F90-4729-B6C8-CF446D4D64F7}" dt="2025-11-30T18:15:37.662" v="5976" actId="2696"/>
        <pc:sldMkLst>
          <pc:docMk/>
          <pc:sldMk cId="1170554390" sldId="282"/>
        </pc:sldMkLst>
      </pc:sldChg>
      <pc:sldChg chg="del">
        <pc:chgData name="João Luiz Grave Gross" userId="70663aa8-58a3-482c-a5ab-33e75f2c9147" providerId="ADAL" clId="{1642D5D4-6F90-4729-B6C8-CF446D4D64F7}" dt="2025-11-30T18:15:39.607" v="5977" actId="2696"/>
        <pc:sldMkLst>
          <pc:docMk/>
          <pc:sldMk cId="1433434" sldId="283"/>
        </pc:sldMkLst>
      </pc:sldChg>
      <pc:sldChg chg="modSp mod">
        <pc:chgData name="João Luiz Grave Gross" userId="70663aa8-58a3-482c-a5ab-33e75f2c9147" providerId="ADAL" clId="{1642D5D4-6F90-4729-B6C8-CF446D4D64F7}" dt="2025-11-30T18:16:53.953" v="6017" actId="6549"/>
        <pc:sldMkLst>
          <pc:docMk/>
          <pc:sldMk cId="4184877138" sldId="284"/>
        </pc:sldMkLst>
        <pc:spChg chg="mod">
          <ac:chgData name="João Luiz Grave Gross" userId="70663aa8-58a3-482c-a5ab-33e75f2c9147" providerId="ADAL" clId="{1642D5D4-6F90-4729-B6C8-CF446D4D64F7}" dt="2025-11-30T18:16:53.953" v="6017" actId="6549"/>
          <ac:spMkLst>
            <pc:docMk/>
            <pc:sldMk cId="4184877138" sldId="284"/>
            <ac:spMk id="2" creationId="{A88C3032-6FB4-76E8-31B8-4FA0191B3DC1}"/>
          </ac:spMkLst>
        </pc:spChg>
        <pc:spChg chg="mod">
          <ac:chgData name="João Luiz Grave Gross" userId="70663aa8-58a3-482c-a5ab-33e75f2c9147" providerId="ADAL" clId="{1642D5D4-6F90-4729-B6C8-CF446D4D64F7}" dt="2025-11-30T18:16:41.987" v="5995" actId="13926"/>
          <ac:spMkLst>
            <pc:docMk/>
            <pc:sldMk cId="4184877138" sldId="284"/>
            <ac:spMk id="3" creationId="{1C980AE3-41E4-E840-731F-50FBC6A78096}"/>
          </ac:spMkLst>
        </pc:spChg>
      </pc:sldChg>
      <pc:sldChg chg="del">
        <pc:chgData name="João Luiz Grave Gross" userId="70663aa8-58a3-482c-a5ab-33e75f2c9147" providerId="ADAL" clId="{1642D5D4-6F90-4729-B6C8-CF446D4D64F7}" dt="2025-11-30T18:17:12.570" v="6041" actId="2696"/>
        <pc:sldMkLst>
          <pc:docMk/>
          <pc:sldMk cId="2181929786" sldId="285"/>
        </pc:sldMkLst>
      </pc:sldChg>
      <pc:sldChg chg="del">
        <pc:chgData name="João Luiz Grave Gross" userId="70663aa8-58a3-482c-a5ab-33e75f2c9147" providerId="ADAL" clId="{1642D5D4-6F90-4729-B6C8-CF446D4D64F7}" dt="2025-11-30T18:17:15.011" v="6042" actId="2696"/>
        <pc:sldMkLst>
          <pc:docMk/>
          <pc:sldMk cId="2547759613" sldId="286"/>
        </pc:sldMkLst>
      </pc:sldChg>
      <pc:sldChg chg="del">
        <pc:chgData name="João Luiz Grave Gross" userId="70663aa8-58a3-482c-a5ab-33e75f2c9147" providerId="ADAL" clId="{1642D5D4-6F90-4729-B6C8-CF446D4D64F7}" dt="2025-11-30T18:23:51.352" v="6466" actId="2696"/>
        <pc:sldMkLst>
          <pc:docMk/>
          <pc:sldMk cId="357584813" sldId="287"/>
        </pc:sldMkLst>
      </pc:sldChg>
      <pc:sldChg chg="del">
        <pc:chgData name="João Luiz Grave Gross" userId="70663aa8-58a3-482c-a5ab-33e75f2c9147" providerId="ADAL" clId="{1642D5D4-6F90-4729-B6C8-CF446D4D64F7}" dt="2025-11-30T18:23:53.433" v="6467" actId="2696"/>
        <pc:sldMkLst>
          <pc:docMk/>
          <pc:sldMk cId="1132930727" sldId="288"/>
        </pc:sldMkLst>
      </pc:sldChg>
      <pc:sldChg chg="del">
        <pc:chgData name="João Luiz Grave Gross" userId="70663aa8-58a3-482c-a5ab-33e75f2c9147" providerId="ADAL" clId="{1642D5D4-6F90-4729-B6C8-CF446D4D64F7}" dt="2025-11-30T18:34:49.534" v="6477" actId="2696"/>
        <pc:sldMkLst>
          <pc:docMk/>
          <pc:sldMk cId="3745213728" sldId="289"/>
        </pc:sldMkLst>
      </pc:sldChg>
      <pc:sldChg chg="modSp add mod">
        <pc:chgData name="João Luiz Grave Gross" userId="70663aa8-58a3-482c-a5ab-33e75f2c9147" providerId="ADAL" clId="{1642D5D4-6F90-4729-B6C8-CF446D4D64F7}" dt="2025-11-30T19:02:23.431" v="6949"/>
        <pc:sldMkLst>
          <pc:docMk/>
          <pc:sldMk cId="3667085759" sldId="290"/>
        </pc:sldMkLst>
        <pc:spChg chg="mod">
          <ac:chgData name="João Luiz Grave Gross" userId="70663aa8-58a3-482c-a5ab-33e75f2c9147" providerId="ADAL" clId="{1642D5D4-6F90-4729-B6C8-CF446D4D64F7}" dt="2025-11-30T18:17:22.786" v="6066" actId="20577"/>
          <ac:spMkLst>
            <pc:docMk/>
            <pc:sldMk cId="3667085759" sldId="290"/>
            <ac:spMk id="2" creationId="{5E2D7ACD-1ACE-881E-D56E-F133743748FE}"/>
          </ac:spMkLst>
        </pc:spChg>
        <pc:spChg chg="mod">
          <ac:chgData name="João Luiz Grave Gross" userId="70663aa8-58a3-482c-a5ab-33e75f2c9147" providerId="ADAL" clId="{1642D5D4-6F90-4729-B6C8-CF446D4D64F7}" dt="2025-11-30T19:02:23.431" v="6949"/>
          <ac:spMkLst>
            <pc:docMk/>
            <pc:sldMk cId="3667085759" sldId="290"/>
            <ac:spMk id="3" creationId="{ED297A0A-D886-58ED-5421-9CDD82F2D98F}"/>
          </ac:spMkLst>
        </pc:spChg>
      </pc:sldChg>
      <pc:sldChg chg="addSp delSp modSp add mod">
        <pc:chgData name="João Luiz Grave Gross" userId="70663aa8-58a3-482c-a5ab-33e75f2c9147" providerId="ADAL" clId="{1642D5D4-6F90-4729-B6C8-CF446D4D64F7}" dt="2025-11-30T19:20:54.896" v="7636" actId="20577"/>
        <pc:sldMkLst>
          <pc:docMk/>
          <pc:sldMk cId="3943760783" sldId="291"/>
        </pc:sldMkLst>
        <pc:spChg chg="mod">
          <ac:chgData name="João Luiz Grave Gross" userId="70663aa8-58a3-482c-a5ab-33e75f2c9147" providerId="ADAL" clId="{1642D5D4-6F90-4729-B6C8-CF446D4D64F7}" dt="2025-11-30T19:20:54.896" v="7636" actId="20577"/>
          <ac:spMkLst>
            <pc:docMk/>
            <pc:sldMk cId="3943760783" sldId="291"/>
            <ac:spMk id="2" creationId="{1594F7BC-93DA-ACD8-6B69-5564AE8EC02E}"/>
          </ac:spMkLst>
        </pc:spChg>
        <pc:spChg chg="add del mod">
          <ac:chgData name="João Luiz Grave Gross" userId="70663aa8-58a3-482c-a5ab-33e75f2c9147" providerId="ADAL" clId="{1642D5D4-6F90-4729-B6C8-CF446D4D64F7}" dt="2025-11-30T19:10:15.935" v="7087" actId="478"/>
          <ac:spMkLst>
            <pc:docMk/>
            <pc:sldMk cId="3943760783" sldId="291"/>
            <ac:spMk id="5" creationId="{1C2CD144-D9FE-D348-8CE5-D97BF940ACAF}"/>
          </ac:spMkLst>
        </pc:spChg>
        <pc:spChg chg="add mod">
          <ac:chgData name="João Luiz Grave Gross" userId="70663aa8-58a3-482c-a5ab-33e75f2c9147" providerId="ADAL" clId="{1642D5D4-6F90-4729-B6C8-CF446D4D64F7}" dt="2025-11-30T19:14:36.874" v="7305" actId="20577"/>
          <ac:spMkLst>
            <pc:docMk/>
            <pc:sldMk cId="3943760783" sldId="291"/>
            <ac:spMk id="8" creationId="{EC106393-CD4D-5287-4934-76D8E8C38519}"/>
          </ac:spMkLst>
        </pc:spChg>
        <pc:spChg chg="del">
          <ac:chgData name="João Luiz Grave Gross" userId="70663aa8-58a3-482c-a5ab-33e75f2c9147" providerId="ADAL" clId="{1642D5D4-6F90-4729-B6C8-CF446D4D64F7}" dt="2025-11-30T19:10:00.858" v="7086" actId="478"/>
          <ac:spMkLst>
            <pc:docMk/>
            <pc:sldMk cId="3943760783" sldId="291"/>
            <ac:spMk id="15" creationId="{34FF7DAA-2996-6263-8BF6-4F1A21E74756}"/>
          </ac:spMkLst>
        </pc:spChg>
        <pc:picChg chg="add mod">
          <ac:chgData name="João Luiz Grave Gross" userId="70663aa8-58a3-482c-a5ab-33e75f2c9147" providerId="ADAL" clId="{1642D5D4-6F90-4729-B6C8-CF446D4D64F7}" dt="2025-11-30T19:11:57.769" v="7128" actId="1076"/>
          <ac:picMkLst>
            <pc:docMk/>
            <pc:sldMk cId="3943760783" sldId="291"/>
            <ac:picMk id="7" creationId="{BF419D70-1DA6-C6BE-7AA8-C8E981F04C6A}"/>
          </ac:picMkLst>
        </pc:picChg>
        <pc:picChg chg="del">
          <ac:chgData name="João Luiz Grave Gross" userId="70663aa8-58a3-482c-a5ab-33e75f2c9147" providerId="ADAL" clId="{1642D5D4-6F90-4729-B6C8-CF446D4D64F7}" dt="2025-11-30T19:09:59.385" v="7085" actId="478"/>
          <ac:picMkLst>
            <pc:docMk/>
            <pc:sldMk cId="3943760783" sldId="291"/>
            <ac:picMk id="14" creationId="{A70BCA99-3B6A-0F6A-70A7-E9B6A076456A}"/>
          </ac:picMkLst>
        </pc:picChg>
      </pc:sldChg>
      <pc:sldChg chg="addSp delSp modSp add mod">
        <pc:chgData name="João Luiz Grave Gross" userId="70663aa8-58a3-482c-a5ab-33e75f2c9147" providerId="ADAL" clId="{1642D5D4-6F90-4729-B6C8-CF446D4D64F7}" dt="2025-11-30T19:20:57.880" v="7641" actId="20577"/>
        <pc:sldMkLst>
          <pc:docMk/>
          <pc:sldMk cId="2894153477" sldId="292"/>
        </pc:sldMkLst>
        <pc:spChg chg="mod">
          <ac:chgData name="João Luiz Grave Gross" userId="70663aa8-58a3-482c-a5ab-33e75f2c9147" providerId="ADAL" clId="{1642D5D4-6F90-4729-B6C8-CF446D4D64F7}" dt="2025-11-30T19:20:57.880" v="7641" actId="20577"/>
          <ac:spMkLst>
            <pc:docMk/>
            <pc:sldMk cId="2894153477" sldId="292"/>
            <ac:spMk id="2" creationId="{01CF804D-B7C0-864C-0470-4F4ACD26B4F6}"/>
          </ac:spMkLst>
        </pc:spChg>
        <pc:spChg chg="mod">
          <ac:chgData name="João Luiz Grave Gross" userId="70663aa8-58a3-482c-a5ab-33e75f2c9147" providerId="ADAL" clId="{1642D5D4-6F90-4729-B6C8-CF446D4D64F7}" dt="2025-11-30T19:17:26.974" v="7441" actId="20577"/>
          <ac:spMkLst>
            <pc:docMk/>
            <pc:sldMk cId="2894153477" sldId="292"/>
            <ac:spMk id="8" creationId="{D97B2B50-B634-3869-90CD-7076425FED25}"/>
          </ac:spMkLst>
        </pc:spChg>
        <pc:picChg chg="add mod">
          <ac:chgData name="João Luiz Grave Gross" userId="70663aa8-58a3-482c-a5ab-33e75f2c9147" providerId="ADAL" clId="{1642D5D4-6F90-4729-B6C8-CF446D4D64F7}" dt="2025-11-30T19:14:22.546" v="7276" actId="1076"/>
          <ac:picMkLst>
            <pc:docMk/>
            <pc:sldMk cId="2894153477" sldId="292"/>
            <ac:picMk id="5" creationId="{69458704-BBD1-24C0-160C-10DAD996672A}"/>
          </ac:picMkLst>
        </pc:picChg>
        <pc:picChg chg="del">
          <ac:chgData name="João Luiz Grave Gross" userId="70663aa8-58a3-482c-a5ab-33e75f2c9147" providerId="ADAL" clId="{1642D5D4-6F90-4729-B6C8-CF446D4D64F7}" dt="2025-11-30T19:13:42.835" v="7252" actId="478"/>
          <ac:picMkLst>
            <pc:docMk/>
            <pc:sldMk cId="2894153477" sldId="292"/>
            <ac:picMk id="7" creationId="{20909A64-25B3-E959-2447-8F50017D1BA2}"/>
          </ac:picMkLst>
        </pc:picChg>
        <pc:picChg chg="add del">
          <ac:chgData name="João Luiz Grave Gross" userId="70663aa8-58a3-482c-a5ab-33e75f2c9147" providerId="ADAL" clId="{1642D5D4-6F90-4729-B6C8-CF446D4D64F7}" dt="2025-11-30T19:17:46.127" v="7443" actId="22"/>
          <ac:picMkLst>
            <pc:docMk/>
            <pc:sldMk cId="2894153477" sldId="292"/>
            <ac:picMk id="9" creationId="{A93BE4F7-A6C8-8BDF-5D93-7A7476D17E81}"/>
          </ac:picMkLst>
        </pc:picChg>
      </pc:sldChg>
      <pc:sldChg chg="addSp delSp modSp add mod">
        <pc:chgData name="João Luiz Grave Gross" userId="70663aa8-58a3-482c-a5ab-33e75f2c9147" providerId="ADAL" clId="{1642D5D4-6F90-4729-B6C8-CF446D4D64F7}" dt="2025-11-30T19:21:03.541" v="7647" actId="20577"/>
        <pc:sldMkLst>
          <pc:docMk/>
          <pc:sldMk cId="644339326" sldId="293"/>
        </pc:sldMkLst>
        <pc:spChg chg="mod">
          <ac:chgData name="João Luiz Grave Gross" userId="70663aa8-58a3-482c-a5ab-33e75f2c9147" providerId="ADAL" clId="{1642D5D4-6F90-4729-B6C8-CF446D4D64F7}" dt="2025-11-30T19:21:03.541" v="7647" actId="20577"/>
          <ac:spMkLst>
            <pc:docMk/>
            <pc:sldMk cId="644339326" sldId="293"/>
            <ac:spMk id="2" creationId="{86E090B8-97F9-FDCD-B343-DCDCE99B1BB9}"/>
          </ac:spMkLst>
        </pc:spChg>
        <pc:spChg chg="mod">
          <ac:chgData name="João Luiz Grave Gross" userId="70663aa8-58a3-482c-a5ab-33e75f2c9147" providerId="ADAL" clId="{1642D5D4-6F90-4729-B6C8-CF446D4D64F7}" dt="2025-11-30T19:20:05.821" v="7621" actId="20577"/>
          <ac:spMkLst>
            <pc:docMk/>
            <pc:sldMk cId="644339326" sldId="293"/>
            <ac:spMk id="8" creationId="{09CF4D18-4EEB-060F-F3AD-EE9E8E88B062}"/>
          </ac:spMkLst>
        </pc:spChg>
        <pc:picChg chg="del">
          <ac:chgData name="João Luiz Grave Gross" userId="70663aa8-58a3-482c-a5ab-33e75f2c9147" providerId="ADAL" clId="{1642D5D4-6F90-4729-B6C8-CF446D4D64F7}" dt="2025-11-30T19:18:27.722" v="7470" actId="478"/>
          <ac:picMkLst>
            <pc:docMk/>
            <pc:sldMk cId="644339326" sldId="293"/>
            <ac:picMk id="5" creationId="{E845649C-2289-2998-5E32-69A017A3E98C}"/>
          </ac:picMkLst>
        </pc:picChg>
        <pc:picChg chg="add mod">
          <ac:chgData name="João Luiz Grave Gross" userId="70663aa8-58a3-482c-a5ab-33e75f2c9147" providerId="ADAL" clId="{1642D5D4-6F90-4729-B6C8-CF446D4D64F7}" dt="2025-11-30T19:18:47.778" v="7476" actId="1076"/>
          <ac:picMkLst>
            <pc:docMk/>
            <pc:sldMk cId="644339326" sldId="293"/>
            <ac:picMk id="6" creationId="{BE2FEA24-F5B3-A205-0FA5-2D3398ABFD08}"/>
          </ac:picMkLst>
        </pc:picChg>
      </pc:sldChg>
      <pc:sldChg chg="add del">
        <pc:chgData name="João Luiz Grave Gross" userId="70663aa8-58a3-482c-a5ab-33e75f2c9147" providerId="ADAL" clId="{1642D5D4-6F90-4729-B6C8-CF446D4D64F7}" dt="2025-11-30T19:18:12.107" v="7446"/>
        <pc:sldMkLst>
          <pc:docMk/>
          <pc:sldMk cId="806262078" sldId="294"/>
        </pc:sldMkLst>
      </pc:sldChg>
      <pc:sldChg chg="addSp delSp modSp add mod ord">
        <pc:chgData name="João Luiz Grave Gross" userId="70663aa8-58a3-482c-a5ab-33e75f2c9147" providerId="ADAL" clId="{1642D5D4-6F90-4729-B6C8-CF446D4D64F7}" dt="2025-11-30T19:45:12.943" v="8616" actId="20577"/>
        <pc:sldMkLst>
          <pc:docMk/>
          <pc:sldMk cId="2171691980" sldId="294"/>
        </pc:sldMkLst>
        <pc:spChg chg="mod">
          <ac:chgData name="João Luiz Grave Gross" userId="70663aa8-58a3-482c-a5ab-33e75f2c9147" providerId="ADAL" clId="{1642D5D4-6F90-4729-B6C8-CF446D4D64F7}" dt="2025-11-30T19:27:11.938" v="7910" actId="20577"/>
          <ac:spMkLst>
            <pc:docMk/>
            <pc:sldMk cId="2171691980" sldId="294"/>
            <ac:spMk id="15" creationId="{F1925881-E3B6-C6C7-6645-E6C9E16B675A}"/>
          </ac:spMkLst>
        </pc:spChg>
        <pc:spChg chg="mod">
          <ac:chgData name="João Luiz Grave Gross" userId="70663aa8-58a3-482c-a5ab-33e75f2c9147" providerId="ADAL" clId="{1642D5D4-6F90-4729-B6C8-CF446D4D64F7}" dt="2025-11-30T19:45:12.943" v="8616" actId="20577"/>
          <ac:spMkLst>
            <pc:docMk/>
            <pc:sldMk cId="2171691980" sldId="294"/>
            <ac:spMk id="18" creationId="{B65667A7-5567-701C-2DAA-7D9EAE6CF894}"/>
          </ac:spMkLst>
        </pc:spChg>
        <pc:picChg chg="add mod">
          <ac:chgData name="João Luiz Grave Gross" userId="70663aa8-58a3-482c-a5ab-33e75f2c9147" providerId="ADAL" clId="{1642D5D4-6F90-4729-B6C8-CF446D4D64F7}" dt="2025-11-30T19:22:29.262" v="7706" actId="14100"/>
          <ac:picMkLst>
            <pc:docMk/>
            <pc:sldMk cId="2171691980" sldId="294"/>
            <ac:picMk id="3" creationId="{462DECAB-3885-4BA9-F8FE-D9352F50405D}"/>
          </ac:picMkLst>
        </pc:picChg>
        <pc:picChg chg="del">
          <ac:chgData name="João Luiz Grave Gross" userId="70663aa8-58a3-482c-a5ab-33e75f2c9147" providerId="ADAL" clId="{1642D5D4-6F90-4729-B6C8-CF446D4D64F7}" dt="2025-11-30T19:22:01.446" v="7703" actId="478"/>
          <ac:picMkLst>
            <pc:docMk/>
            <pc:sldMk cId="2171691980" sldId="294"/>
            <ac:picMk id="14" creationId="{6B34B3AE-2ADF-388C-B8AC-57F3861E06AA}"/>
          </ac:picMkLst>
        </pc:picChg>
      </pc:sldChg>
      <pc:sldChg chg="add del">
        <pc:chgData name="João Luiz Grave Gross" userId="70663aa8-58a3-482c-a5ab-33e75f2c9147" providerId="ADAL" clId="{1642D5D4-6F90-4729-B6C8-CF446D4D64F7}" dt="2025-11-30T19:20:36.175" v="7623" actId="47"/>
        <pc:sldMkLst>
          <pc:docMk/>
          <pc:sldMk cId="3056793369" sldId="294"/>
        </pc:sldMkLst>
      </pc:sldChg>
      <pc:sldChg chg="addSp delSp modSp add del mod">
        <pc:chgData name="João Luiz Grave Gross" userId="70663aa8-58a3-482c-a5ab-33e75f2c9147" providerId="ADAL" clId="{1642D5D4-6F90-4729-B6C8-CF446D4D64F7}" dt="2025-11-30T19:21:43.776" v="7697" actId="47"/>
        <pc:sldMkLst>
          <pc:docMk/>
          <pc:sldMk cId="3661169136" sldId="294"/>
        </pc:sldMkLst>
        <pc:spChg chg="del mod">
          <ac:chgData name="João Luiz Grave Gross" userId="70663aa8-58a3-482c-a5ab-33e75f2c9147" providerId="ADAL" clId="{1642D5D4-6F90-4729-B6C8-CF446D4D64F7}" dt="2025-11-30T19:21:17.998" v="7658" actId="478"/>
          <ac:spMkLst>
            <pc:docMk/>
            <pc:sldMk cId="3661169136" sldId="294"/>
            <ac:spMk id="2" creationId="{08E92609-27BD-5A86-6A13-0CE08608399F}"/>
          </ac:spMkLst>
        </pc:spChg>
        <pc:spChg chg="add del mod">
          <ac:chgData name="João Luiz Grave Gross" userId="70663aa8-58a3-482c-a5ab-33e75f2c9147" providerId="ADAL" clId="{1642D5D4-6F90-4729-B6C8-CF446D4D64F7}" dt="2025-11-30T19:21:19.825" v="7660" actId="478"/>
          <ac:spMkLst>
            <pc:docMk/>
            <pc:sldMk cId="3661169136" sldId="294"/>
            <ac:spMk id="5" creationId="{D2E6B1F7-11AF-B398-5D55-BEEB72F9AA57}"/>
          </ac:spMkLst>
        </pc:spChg>
        <pc:spChg chg="add mod">
          <ac:chgData name="João Luiz Grave Gross" userId="70663aa8-58a3-482c-a5ab-33e75f2c9147" providerId="ADAL" clId="{1642D5D4-6F90-4729-B6C8-CF446D4D64F7}" dt="2025-11-30T19:21:18.522" v="7659"/>
          <ac:spMkLst>
            <pc:docMk/>
            <pc:sldMk cId="3661169136" sldId="294"/>
            <ac:spMk id="6" creationId="{E3552263-1DD0-B099-6E05-6AC89E0D88BB}"/>
          </ac:spMkLst>
        </pc:spChg>
        <pc:picChg chg="del">
          <ac:chgData name="João Luiz Grave Gross" userId="70663aa8-58a3-482c-a5ab-33e75f2c9147" providerId="ADAL" clId="{1642D5D4-6F90-4729-B6C8-CF446D4D64F7}" dt="2025-11-30T19:20:39.319" v="7625" actId="478"/>
          <ac:picMkLst>
            <pc:docMk/>
            <pc:sldMk cId="3661169136" sldId="294"/>
            <ac:picMk id="14" creationId="{3A0B0E74-BE59-366D-F5FB-D479D2A2AA4F}"/>
          </ac:picMkLst>
        </pc:picChg>
      </pc:sldChg>
      <pc:sldChg chg="modSp add mod">
        <pc:chgData name="João Luiz Grave Gross" userId="70663aa8-58a3-482c-a5ab-33e75f2c9147" providerId="ADAL" clId="{1642D5D4-6F90-4729-B6C8-CF446D4D64F7}" dt="2025-11-30T19:29:35.733" v="8080" actId="113"/>
        <pc:sldMkLst>
          <pc:docMk/>
          <pc:sldMk cId="1101831946" sldId="295"/>
        </pc:sldMkLst>
        <pc:spChg chg="mod">
          <ac:chgData name="João Luiz Grave Gross" userId="70663aa8-58a3-482c-a5ab-33e75f2c9147" providerId="ADAL" clId="{1642D5D4-6F90-4729-B6C8-CF446D4D64F7}" dt="2025-11-30T19:27:34.446" v="7930" actId="20577"/>
          <ac:spMkLst>
            <pc:docMk/>
            <pc:sldMk cId="1101831946" sldId="295"/>
            <ac:spMk id="2" creationId="{BF7D5EDD-F92A-3AA7-4864-AB262C067DD9}"/>
          </ac:spMkLst>
        </pc:spChg>
        <pc:spChg chg="mod">
          <ac:chgData name="João Luiz Grave Gross" userId="70663aa8-58a3-482c-a5ab-33e75f2c9147" providerId="ADAL" clId="{1642D5D4-6F90-4729-B6C8-CF446D4D64F7}" dt="2025-11-30T19:29:35.733" v="8080" actId="113"/>
          <ac:spMkLst>
            <pc:docMk/>
            <pc:sldMk cId="1101831946" sldId="295"/>
            <ac:spMk id="3" creationId="{B3C047AF-E0D2-C61A-34E3-F2675C1D0634}"/>
          </ac:spMkLst>
        </pc:spChg>
      </pc:sldChg>
      <pc:sldChg chg="add del">
        <pc:chgData name="João Luiz Grave Gross" userId="70663aa8-58a3-482c-a5ab-33e75f2c9147" providerId="ADAL" clId="{1642D5D4-6F90-4729-B6C8-CF446D4D64F7}" dt="2025-11-30T19:27:26.852" v="7912" actId="47"/>
        <pc:sldMkLst>
          <pc:docMk/>
          <pc:sldMk cId="2692592796" sldId="295"/>
        </pc:sldMkLst>
      </pc:sldChg>
      <pc:sldChg chg="modSp add mod">
        <pc:chgData name="João Luiz Grave Gross" userId="70663aa8-58a3-482c-a5ab-33e75f2c9147" providerId="ADAL" clId="{1642D5D4-6F90-4729-B6C8-CF446D4D64F7}" dt="2025-11-30T19:50:07.780" v="8711" actId="20577"/>
        <pc:sldMkLst>
          <pc:docMk/>
          <pc:sldMk cId="2136689158" sldId="296"/>
        </pc:sldMkLst>
        <pc:spChg chg="mod">
          <ac:chgData name="João Luiz Grave Gross" userId="70663aa8-58a3-482c-a5ab-33e75f2c9147" providerId="ADAL" clId="{1642D5D4-6F90-4729-B6C8-CF446D4D64F7}" dt="2025-11-30T19:29:51.596" v="8091" actId="20577"/>
          <ac:spMkLst>
            <pc:docMk/>
            <pc:sldMk cId="2136689158" sldId="296"/>
            <ac:spMk id="2" creationId="{D4E4C972-E905-862B-723B-742DAF43C933}"/>
          </ac:spMkLst>
        </pc:spChg>
        <pc:spChg chg="mod">
          <ac:chgData name="João Luiz Grave Gross" userId="70663aa8-58a3-482c-a5ab-33e75f2c9147" providerId="ADAL" clId="{1642D5D4-6F90-4729-B6C8-CF446D4D64F7}" dt="2025-11-30T19:50:07.780" v="8711" actId="20577"/>
          <ac:spMkLst>
            <pc:docMk/>
            <pc:sldMk cId="2136689158" sldId="296"/>
            <ac:spMk id="3" creationId="{A1FD2E14-9116-EB17-76E1-187A264C32E7}"/>
          </ac:spMkLst>
        </pc:spChg>
      </pc:sldChg>
      <pc:sldChg chg="delSp modSp add mod">
        <pc:chgData name="João Luiz Grave Gross" userId="70663aa8-58a3-482c-a5ab-33e75f2c9147" providerId="ADAL" clId="{1642D5D4-6F90-4729-B6C8-CF446D4D64F7}" dt="2025-11-30T19:50:26.034" v="8713" actId="478"/>
        <pc:sldMkLst>
          <pc:docMk/>
          <pc:sldMk cId="3376598978" sldId="297"/>
        </pc:sldMkLst>
        <pc:spChg chg="mod">
          <ac:chgData name="João Luiz Grave Gross" userId="70663aa8-58a3-482c-a5ab-33e75f2c9147" providerId="ADAL" clId="{1642D5D4-6F90-4729-B6C8-CF446D4D64F7}" dt="2025-11-30T19:35:59.322" v="8596" actId="20577"/>
          <ac:spMkLst>
            <pc:docMk/>
            <pc:sldMk cId="3376598978" sldId="297"/>
            <ac:spMk id="2" creationId="{CC3C5440-F4A4-6CC0-D1DD-582006FB473C}"/>
          </ac:spMkLst>
        </pc:spChg>
        <pc:spChg chg="del mod">
          <ac:chgData name="João Luiz Grave Gross" userId="70663aa8-58a3-482c-a5ab-33e75f2c9147" providerId="ADAL" clId="{1642D5D4-6F90-4729-B6C8-CF446D4D64F7}" dt="2025-11-30T19:50:26.034" v="8713" actId="478"/>
          <ac:spMkLst>
            <pc:docMk/>
            <pc:sldMk cId="3376598978" sldId="297"/>
            <ac:spMk id="3" creationId="{35C74F8B-2626-C7AA-0133-1CADFB8DD9B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37165-AD05-40CF-837F-87AAE2E9CB3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47C67-598D-459E-BBF4-2A6A5D8B3D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442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47C67-598D-459E-BBF4-2A6A5D8B3D0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619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9AFF1-1D4C-3B7B-6D1A-1240BF6A4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32AAD7-02AA-06DE-3A85-82B92FC9A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FACB79F-EAFB-B6DF-284A-434C5D9A5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161B00-5A56-C51A-E471-F98733BAC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47C67-598D-459E-BBF4-2A6A5D8B3D0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630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D4DF-51F8-C4CB-659A-6B260C87A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0E634B9-7329-3CCC-B359-CAA09EBF5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4678B89-F457-2DB0-521F-951CB49C6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406B23-8F25-A916-978D-28FD2BAF8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47C67-598D-459E-BBF4-2A6A5D8B3D0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0885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CFEA9-2594-BD9A-4DCB-0F59ED8C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EF3CAD4-E33F-41AE-DD22-8A3133DAB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0ABBFC2-4EC1-4464-5816-233691844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B22FA3-432F-47AE-BFBB-FA64853C5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47C67-598D-459E-BBF4-2A6A5D8B3D0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087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071DE-4ADF-6A3A-0CEC-247C841FB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1AD5198-4F75-CAB8-7AD9-87378AACB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C30B596-C51A-385F-5B82-33ADC28C5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5E43A7-5E6C-D0CD-B61E-17F469A14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47C67-598D-459E-BBF4-2A6A5D8B3D08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005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A5CB361-D3A0-4F07-9956-A4088440887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77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42DC5-C96C-4C2E-B22D-93D764C3B6F2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5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221F185-75C3-4B3C-AA1F-553DC8149EBC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69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7726DA-198B-4787-9EBC-75A0992C3644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9582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45A536A-73D3-4014-B6E9-451150722166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88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483498-199A-4D1B-8519-AB33EB483840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36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8A20DD-4DDE-40E8-A9B0-06CB2FF6486B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96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2C6F27-A153-4762-98CC-FD765AF336E3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34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54BDFB-221D-439B-9FE1-56A9848B7E3C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51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D6ED-30C1-434C-9E13-883544CD1709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29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DA9F0-F28D-4CBB-B6B2-41B75FEA0475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87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8031-D506-4594-9A76-9D37B195C745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49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BC3F-B712-47C4-8854-E94AD7571356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06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CF2C-F450-4EC5-86D2-EB2C14EEBFFF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25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3A79-491D-47A2-937F-CA21998A7535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56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ECC0-AEA6-445E-8230-8330ABD10170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49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2910BB-B356-4E1E-9EF6-AA69F18758E6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643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0B20-A004-471C-A09C-39CE2996BC18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64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FA03E86-CE53-4CE4-AF06-E870A663030F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27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3ADE-C383-4FAD-B241-EE91D3116F3B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351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E5ACAA0-61D8-40E6-A863-3A95CCE0CAA6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811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DDE93-A6B1-401A-BEF2-E973E6F61C42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70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E2D1C80-3E13-4421-AB94-FA5DC61EC52B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886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149D-AAAF-49C7-8A9D-E6F2449D184C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010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81E9FAD-CB1C-45FF-A8BC-28EBDB0E7C90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681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510CFBE-C968-4591-8E57-F31E41AFB964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820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BAA7D9-0A22-4F46-8031-4852CC0D5860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413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B6D8A-C267-445F-A5F2-83ABED06E8BD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744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BB16-461A-42F3-8ED5-1C1B26A7B645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203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ACC73482-79A8-4554-A143-C40EA112FFDB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39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97F6-40B1-4130-9CC0-49072FDE2D22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57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A8F7-C80F-41DF-B88F-58AAA8CFE67C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249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6AC6-D67A-4524-970E-84C464485184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1563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1F8B-1E4F-40A6-B302-1DA3A1F26854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0782629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140A-0B1E-4DEB-97D5-C47D738675EC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361472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DB46-35CC-4332-96BF-2EE0A5BA77BB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6693401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D9E6-4B36-4623-BA39-E790911F0839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43789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CF03-959D-4A8D-A11F-ED3751D9DDA1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38147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CF64-DFA6-4283-BFF4-DF429D795EA9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20403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9B7A-2960-479C-B727-901A9D45CBAF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073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A3736-487E-4F2A-80CA-49CCD14A560C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138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CBF1-D179-4F64-AB89-5245ADC3AF7B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52A1-036F-4B93-8E58-D1056284BEE1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33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BDFE-3386-489C-B159-31CC2F6CACF7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34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94FF3-36C1-41E9-92E4-A092518FF1A7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741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BB62-5A8F-4216-BC01-04FD3E06477C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5590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5D10-D845-4EB1-925A-CA957D9BBB50}" type="datetime1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172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4DDD-C878-448A-BAE3-9D5C8FDC8846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731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D6000-F2DF-436B-984A-9AC9C9331F57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396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D543-CCDB-4FFB-ADF5-19D832983AAB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53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7EF9F-30E0-4643-A418-2CA208888AC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622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2D415-2149-C15D-E3CF-DD0CF9181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E40239-FBB3-DE41-DD33-1F4C4E7FB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249852-74D3-4579-17D9-57B07A76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E127A-91CA-46FF-BC59-FF98D01A476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E9F3FD-1A2C-2A66-DD33-3CE88C1F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93FA5F-301A-5B12-96DA-38D212C3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411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C61A7-579C-86EE-62EE-A6E34D8B1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E1A8C5-A5C4-569B-1D7C-4CB2C57E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716015-CA98-6A5A-E97A-07FB9EAD0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F9046-2AA6-409B-9E4D-B723DCC88FDA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9D7C0-3479-C89A-6A33-427E3FB6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FF5C3C-F8EC-CDB6-5E1C-E5EF5BD8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16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39731-167A-DA47-91CE-4E0B1A527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D1B0A5-DD80-1A52-3BB3-393154E00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C7D13E-2F11-8DBF-0114-CE73EDF41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A8A8-3C42-405C-A845-EDA74342D7D6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C689B7-470F-C8A4-DE96-37826C87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CC212-FBC0-9DC9-A36B-D4BF5572D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367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7CC57-6331-4710-ED59-17E6F67C1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2EDC93-8FAB-0B95-E2D8-9ED5B92C1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AEFE73-ACC6-B017-5144-062D5E92F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E8B04D-42FF-EBE1-E7B1-90C15627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26DA-E852-4173-994B-325EDB7D946D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AC5C9F-2A7F-E589-78ED-F1D979D3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3B1D45-9666-FBA5-C410-7C6FD588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739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8D26E-C614-18FE-CD49-C05265A9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F80358-939E-8135-91A9-787EC03A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033DF5-9513-2D0F-3541-1871BCC5C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4197B25-72CE-1F24-E263-B0EAB12AE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5E9CC6E-9952-F608-6D15-C82147603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C482374-B6C4-8D88-8F1F-A708B355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15C4-6826-4CC5-AB57-0B4EF147A936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BA6DC6-E472-D83A-D895-5E7FF7F02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C704AE4-9F9D-4F1B-03C2-EA01D11B2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758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0EF41-FAF8-22F6-8F33-9462CF151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E2DEFD6-FE3D-7FDA-A28A-20746ABB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E2AD-32CF-44A6-BC61-B01A29B43C16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10CB3A-C19A-CD4F-7270-6A697250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70084E-63F7-3DBB-10CB-0397A5FD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8982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7AC3F5-2444-1ACD-CACB-4E19D369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F4039-F262-4913-BAEA-20C96B2EB2D8}" type="datetime1">
              <a:rPr lang="en-US" smtClean="0"/>
              <a:t>11/30/2025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B572F9-EFEC-D936-7FA5-99171929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A7B4BB-4F9A-164E-2F5C-4366E369E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7244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A4DB3-8C0A-9975-88E7-76390F95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93E77E-AAA1-D667-6294-35132C4AF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7B7B13-08D8-4FEF-6EFD-A0EEE0C08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9D2522-B92E-6599-6691-BDCAD7BEE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500A-7F73-4593-BADA-6EF82DBD0456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51A8B9-3976-4947-CF84-3607FF51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388277-3E51-5915-E290-B6C91526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9090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AFEC9-B063-7553-330A-BE849AD64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C08CE4B-974B-9E03-CBD6-DF57203B2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171D7D-C378-BDBC-D12D-F8F2BB5DD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946F8A-EA57-1E3F-6D60-FAFE88CB6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74C-9940-4C58-9588-AEBBD50B52D0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19C16C-A831-B445-E2E6-5D32ED54D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AAB5B9-DEA8-997F-5D04-81A73FF9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719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137AD-1D77-4372-9617-E4FE28ED9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C8A64C-88BE-E304-FFBE-8449D463B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1F2C9C-CC30-432E-6545-1FA885ABF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C771A-C952-410E-B1F6-C29C797294A1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58361C-C411-ED13-D1D4-6A2D90AA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899BEA-4738-2AF1-505C-96D3B194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3862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861FDB-312B-C1AE-1EF6-6F1C342EA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E99360-F072-BC37-9123-E842FAF62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83CA7F-2E9D-642C-3D68-20501CFD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09C4D-F421-4343-875C-A686A2B3F758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913E69-E55D-7967-61DE-732586F6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E4F948-1FE8-B7BC-6D5B-F7FE51C5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24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CF1E374B-038E-49DF-93C9-EBE7D5930F04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CAEC43D-120E-548B-5E13-883B47324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58FE4B-AC64-96B9-8FF5-4A52695C7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E473CB-166F-314B-EE96-1926A05DD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4F98B-79FF-4D6E-A7F1-90977450B57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4559BB-BAD5-F47D-2FBA-4A3921141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797349-2C8A-F1B8-80AF-78491ADA3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2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lggross/TF-cmp223" TargetMode="External"/><Relationship Id="rId2" Type="http://schemas.openxmlformats.org/officeDocument/2006/relationships/hyperlink" Target="https://www.dell.com/pt-br/shop/cty/pdp/spd/optiplex-7020-micro" TargetMode="External"/><Relationship Id="rId1" Type="http://schemas.openxmlformats.org/officeDocument/2006/relationships/slideLayout" Target="../slideLayouts/slideLayout5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A8525-0293-A613-59EA-5400AB9FE2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pt-BR" dirty="0"/>
              <a:t>TF - 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087616-6EA5-364C-435F-60A3350C0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70943"/>
          </a:xfrm>
        </p:spPr>
        <p:txBody>
          <a:bodyPr anchor="t">
            <a:normAutofit/>
          </a:bodyPr>
          <a:lstStyle/>
          <a:p>
            <a:r>
              <a:rPr lang="da-DK" sz="2800" dirty="0"/>
              <a:t>CMP223 - Computer System Performance Analysis</a:t>
            </a:r>
          </a:p>
          <a:p>
            <a:r>
              <a:rPr lang="da-DK" sz="2800" dirty="0"/>
              <a:t>Prof. Dr. Lucas Mello Schnorr</a:t>
            </a:r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João Luiz Grave Gross</a:t>
            </a:r>
          </a:p>
          <a:p>
            <a:r>
              <a:rPr lang="pt-BR" sz="2000" dirty="0"/>
              <a:t>01 de dezembro de 2025</a:t>
            </a:r>
          </a:p>
        </p:txBody>
      </p:sp>
    </p:spTree>
    <p:extLst>
      <p:ext uri="{BB962C8B-B14F-4D97-AF65-F5344CB8AC3E}">
        <p14:creationId xmlns:p14="http://schemas.microsoft.com/office/powerpoint/2010/main" val="47810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D9716-440A-7C10-8205-2C53957A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Roteiro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61678C-A4C4-6456-A4CB-BB90A3E6B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Plataforma: </a:t>
            </a:r>
            <a:r>
              <a:rPr lang="en-US" dirty="0" err="1"/>
              <a:t>Especificações</a:t>
            </a:r>
            <a:r>
              <a:rPr lang="en-US" dirty="0"/>
              <a:t> e </a:t>
            </a:r>
            <a:r>
              <a:rPr lang="en-US" dirty="0" err="1"/>
              <a:t>Acesso</a:t>
            </a:r>
            <a:endParaRPr lang="en-US" dirty="0"/>
          </a:p>
          <a:p>
            <a:r>
              <a:rPr lang="en-US" dirty="0" err="1"/>
              <a:t>Características</a:t>
            </a:r>
            <a:r>
              <a:rPr lang="en-US" dirty="0"/>
              <a:t> das </a:t>
            </a:r>
            <a:r>
              <a:rPr lang="en-US" dirty="0" err="1"/>
              <a:t>implementações</a:t>
            </a:r>
            <a:endParaRPr lang="en-US" dirty="0"/>
          </a:p>
          <a:p>
            <a:r>
              <a:rPr lang="en-US" dirty="0" err="1"/>
              <a:t>Cenários</a:t>
            </a:r>
            <a:r>
              <a:rPr lang="en-US" dirty="0"/>
              <a:t> de Testes</a:t>
            </a:r>
          </a:p>
          <a:p>
            <a:r>
              <a:rPr lang="en-US" dirty="0" err="1"/>
              <a:t>Variáveis</a:t>
            </a:r>
            <a:r>
              <a:rPr lang="en-US" dirty="0"/>
              <a:t> de </a:t>
            </a:r>
            <a:r>
              <a:rPr lang="en-US" dirty="0" err="1"/>
              <a:t>Ambiente</a:t>
            </a:r>
            <a:endParaRPr lang="en-US" dirty="0"/>
          </a:p>
          <a:p>
            <a:r>
              <a:rPr lang="en-US" dirty="0" err="1"/>
              <a:t>Projeto</a:t>
            </a:r>
            <a:r>
              <a:rPr lang="en-US" dirty="0"/>
              <a:t> Experimental</a:t>
            </a:r>
          </a:p>
          <a:p>
            <a:r>
              <a:rPr lang="en-US" dirty="0" err="1"/>
              <a:t>Resultados</a:t>
            </a:r>
            <a:endParaRPr lang="en-US" dirty="0"/>
          </a:p>
          <a:p>
            <a:r>
              <a:rPr lang="en-US" dirty="0" err="1"/>
              <a:t>Conclusões</a:t>
            </a:r>
            <a:endParaRPr lang="en-US" dirty="0"/>
          </a:p>
          <a:p>
            <a:r>
              <a:rPr lang="en-US" dirty="0" err="1"/>
              <a:t>Reprodutibilidade</a:t>
            </a:r>
            <a:endParaRPr lang="en-US" dirty="0"/>
          </a:p>
          <a:p>
            <a:endParaRPr lang="en-US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19FA41-B897-94AF-3A78-FAFF6F06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64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BC3AE-C10A-E0B8-883E-2DDAEFE7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Plataforma: </a:t>
            </a:r>
            <a:r>
              <a:rPr lang="en-US" dirty="0" err="1"/>
              <a:t>Especificações</a:t>
            </a:r>
            <a:r>
              <a:rPr lang="en-US" dirty="0"/>
              <a:t> e </a:t>
            </a:r>
            <a:r>
              <a:rPr lang="en-US" dirty="0" err="1"/>
              <a:t>Acesso</a:t>
            </a:r>
            <a:endParaRPr lang="en-US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C9812-F6D1-CF35-E1AC-4717A4441B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488"/>
          <a:stretch>
            <a:fillRect/>
          </a:stretch>
        </p:blipFill>
        <p:spPr>
          <a:xfrm>
            <a:off x="200277" y="1260667"/>
            <a:ext cx="5328191" cy="4145273"/>
          </a:xfrm>
          <a:prstGeom prst="rect">
            <a:avLst/>
          </a:prstGeom>
        </p:spPr>
      </p:pic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DFFC5F0F-206E-664D-33EB-242CA810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Ubuntu 24.04.1 LTS - Download e instalação gratuitos no Windows | Microsoft  Store">
            <a:extLst>
              <a:ext uri="{FF2B5EF4-FFF2-40B4-BE49-F238E27FC236}">
                <a16:creationId xmlns:a16="http://schemas.microsoft.com/office/drawing/2014/main" id="{20815574-E73B-DD7F-9066-40B225C1C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761" y="1674586"/>
            <a:ext cx="2050695" cy="2050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56B3FB3E-B73C-B9AF-1C73-FAAE7C002A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78" y="3827918"/>
            <a:ext cx="10146159" cy="279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7D71-F70A-EAA9-2E16-9A83D2A9B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B2D67-D628-5875-86AB-6F4080B7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Características</a:t>
            </a:r>
            <a:r>
              <a:rPr lang="en-US" dirty="0"/>
              <a:t> das </a:t>
            </a:r>
            <a:r>
              <a:rPr lang="en-US" dirty="0" err="1"/>
              <a:t>implementações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DF7931-1A4F-E468-D8DD-BDA28519E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Python 3.12.12 – Multiprocessing</a:t>
            </a:r>
          </a:p>
          <a:p>
            <a:pPr lvl="1"/>
            <a:r>
              <a:rPr lang="en-US" dirty="0"/>
              <a:t>8 </a:t>
            </a:r>
            <a:r>
              <a:rPr lang="en-US" dirty="0" err="1"/>
              <a:t>processos</a:t>
            </a:r>
            <a:r>
              <a:rPr lang="en-US" dirty="0"/>
              <a:t> </a:t>
            </a:r>
            <a:r>
              <a:rPr lang="en-US" dirty="0" err="1"/>
              <a:t>filhos</a:t>
            </a:r>
            <a:r>
              <a:rPr lang="en-US" dirty="0"/>
              <a:t> </a:t>
            </a:r>
            <a:r>
              <a:rPr lang="en-US" dirty="0" err="1"/>
              <a:t>criados</a:t>
            </a:r>
            <a:r>
              <a:rPr lang="en-US" dirty="0"/>
              <a:t> com fork() </a:t>
            </a:r>
            <a:r>
              <a:rPr lang="pt-BR" dirty="0"/>
              <a:t>⮕Set core CPU Affinity </a:t>
            </a:r>
            <a:r>
              <a:rPr lang="pt-BR" b="1" dirty="0"/>
              <a:t>(OK)</a:t>
            </a:r>
            <a:endParaRPr lang="en-US" b="1" dirty="0"/>
          </a:p>
          <a:p>
            <a:pPr lvl="1"/>
            <a:r>
              <a:rPr lang="en-US" dirty="0"/>
              <a:t>Herdam </a:t>
            </a:r>
            <a:r>
              <a:rPr lang="en-US" dirty="0" err="1"/>
              <a:t>memória</a:t>
            </a:r>
            <a:r>
              <a:rPr lang="en-US" dirty="0"/>
              <a:t> do pai: Copy-On-Write (</a:t>
            </a:r>
            <a:r>
              <a:rPr lang="en-US" dirty="0" err="1"/>
              <a:t>CoW</a:t>
            </a:r>
            <a:r>
              <a:rPr lang="en-US" dirty="0"/>
              <a:t>)</a:t>
            </a:r>
          </a:p>
          <a:p>
            <a:pPr lvl="2"/>
            <a:r>
              <a:rPr lang="en-US" b="1" dirty="0"/>
              <a:t>SE</a:t>
            </a:r>
            <a:r>
              <a:rPr lang="en-US" dirty="0"/>
              <a:t> </a:t>
            </a:r>
            <a:r>
              <a:rPr lang="en-US" dirty="0" err="1"/>
              <a:t>houver</a:t>
            </a:r>
            <a:r>
              <a:rPr lang="en-US" dirty="0"/>
              <a:t> </a:t>
            </a:r>
            <a:r>
              <a:rPr lang="en-US" b="1" dirty="0" err="1"/>
              <a:t>escrita</a:t>
            </a:r>
            <a:r>
              <a:rPr lang="en-US" dirty="0"/>
              <a:t> </a:t>
            </a:r>
            <a:r>
              <a:rPr lang="en-US" dirty="0" err="1"/>
              <a:t>há</a:t>
            </a:r>
            <a:r>
              <a:rPr lang="en-US" dirty="0"/>
              <a:t> </a:t>
            </a:r>
            <a:r>
              <a:rPr lang="en-US" dirty="0" err="1"/>
              <a:t>transferência</a:t>
            </a:r>
            <a:r>
              <a:rPr lang="en-US" dirty="0"/>
              <a:t> de dados </a:t>
            </a:r>
            <a:r>
              <a:rPr lang="pt-BR" dirty="0"/>
              <a:t>⮕ Só há </a:t>
            </a:r>
            <a:r>
              <a:rPr lang="pt-BR" b="1" dirty="0"/>
              <a:t>leitura (OK)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Python 3.12.12 – </a:t>
            </a:r>
            <a:r>
              <a:rPr lang="en-US" b="1" dirty="0" err="1"/>
              <a:t>Dask</a:t>
            </a:r>
            <a:endParaRPr lang="en-US" b="1" dirty="0"/>
          </a:p>
          <a:p>
            <a:pPr lvl="1"/>
            <a:r>
              <a:rPr lang="en-US" dirty="0" err="1"/>
              <a:t>Processo</a:t>
            </a:r>
            <a:r>
              <a:rPr lang="en-US" dirty="0"/>
              <a:t> pai: </a:t>
            </a:r>
            <a:r>
              <a:rPr lang="en-US" dirty="0" err="1"/>
              <a:t>Limita</a:t>
            </a:r>
            <a:r>
              <a:rPr lang="en-US" dirty="0"/>
              <a:t> a Poll de 8 </a:t>
            </a:r>
            <a:r>
              <a:rPr lang="en-US" dirty="0" err="1"/>
              <a:t>núcleos</a:t>
            </a:r>
            <a:endParaRPr lang="en-US" dirty="0"/>
          </a:p>
          <a:p>
            <a:pPr lvl="1"/>
            <a:r>
              <a:rPr lang="en-US" dirty="0"/>
              <a:t>8 </a:t>
            </a:r>
            <a:r>
              <a:rPr lang="en-US" dirty="0" err="1"/>
              <a:t>tarefas</a:t>
            </a:r>
            <a:r>
              <a:rPr lang="en-US" dirty="0"/>
              <a:t> </a:t>
            </a:r>
            <a:r>
              <a:rPr lang="en-US" dirty="0" err="1"/>
              <a:t>criadas</a:t>
            </a:r>
            <a:r>
              <a:rPr lang="en-US" dirty="0"/>
              <a:t> </a:t>
            </a:r>
            <a:r>
              <a:rPr lang="pt-BR" dirty="0"/>
              <a:t>⮕</a:t>
            </a:r>
            <a:r>
              <a:rPr lang="pt-BR" dirty="0" err="1"/>
              <a:t>Dask</a:t>
            </a:r>
            <a:r>
              <a:rPr lang="pt-BR" dirty="0"/>
              <a:t> S</a:t>
            </a:r>
            <a:r>
              <a:rPr lang="en-US" dirty="0" err="1"/>
              <a:t>cheduler</a:t>
            </a:r>
            <a:r>
              <a:rPr lang="en-US" dirty="0"/>
              <a:t> define </a:t>
            </a:r>
            <a:r>
              <a:rPr lang="en-US" dirty="0" err="1"/>
              <a:t>núcleos</a:t>
            </a:r>
            <a:r>
              <a:rPr lang="en-US" dirty="0"/>
              <a:t> dos Workers (dos 8 do pai)</a:t>
            </a:r>
          </a:p>
          <a:p>
            <a:pPr lvl="1"/>
            <a:r>
              <a:rPr lang="en-US" dirty="0" err="1"/>
              <a:t>Comando</a:t>
            </a:r>
            <a:r>
              <a:rPr lang="en-US" dirty="0"/>
              <a:t> </a:t>
            </a:r>
            <a:r>
              <a:rPr lang="pt-BR" b="1" dirty="0" err="1"/>
              <a:t>da.matmul</a:t>
            </a:r>
            <a:r>
              <a:rPr lang="pt-BR" b="1" dirty="0"/>
              <a:t> </a:t>
            </a:r>
            <a:r>
              <a:rPr lang="pt-BR" dirty="0"/>
              <a:t>não permite Set core CPU Affinity</a:t>
            </a:r>
            <a:endParaRPr lang="en-US" dirty="0"/>
          </a:p>
          <a:p>
            <a:pPr lvl="1"/>
            <a:endParaRPr lang="en-US" b="1" dirty="0"/>
          </a:p>
          <a:p>
            <a:r>
              <a:rPr lang="en-US" b="1" dirty="0"/>
              <a:t>Python 3.14.0t (free-threading) - Threading</a:t>
            </a:r>
          </a:p>
          <a:p>
            <a:pPr lvl="1"/>
            <a:r>
              <a:rPr lang="pt-BR" dirty="0"/>
              <a:t>Sem GIL 🎉🎉 ⮕ Sem trava de processamento sequencial</a:t>
            </a:r>
          </a:p>
          <a:p>
            <a:pPr lvl="1"/>
            <a:r>
              <a:rPr lang="pt-BR" dirty="0"/>
              <a:t>Memória compartilhada entre todas as 8 threads ⮕ Zero Copy</a:t>
            </a:r>
          </a:p>
          <a:p>
            <a:pPr lvl="1"/>
            <a:r>
              <a:rPr lang="pt-BR" dirty="0"/>
              <a:t>Set core CPU Affinity </a:t>
            </a:r>
            <a:r>
              <a:rPr lang="pt-BR" b="1" dirty="0"/>
              <a:t>(OK)</a:t>
            </a:r>
            <a:endParaRPr lang="en-US" b="1" dirty="0"/>
          </a:p>
          <a:p>
            <a:pPr marL="457200" lvl="1" indent="0">
              <a:buNone/>
            </a:pPr>
            <a:endParaRPr lang="pt-BR" dirty="0"/>
          </a:p>
          <a:p>
            <a:pPr lvl="1"/>
            <a:endParaRPr lang="pt-BR" b="1" dirty="0"/>
          </a:p>
          <a:p>
            <a:pPr marL="457200" lvl="1" indent="0">
              <a:buNone/>
            </a:pPr>
            <a:endParaRPr lang="pt-BR" b="1" dirty="0"/>
          </a:p>
          <a:p>
            <a:endParaRPr lang="en-US" dirty="0"/>
          </a:p>
          <a:p>
            <a:pPr lvl="1"/>
            <a:endParaRPr lang="pt-BR" baseline="30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3B5276-5E55-862B-BF74-208CD0082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72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BBEA-9D86-3C15-14E2-D2E2912A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D348F-FD48-0AC0-4FBF-AA8ADD337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Cenários</a:t>
            </a:r>
            <a:r>
              <a:rPr lang="en-US" dirty="0"/>
              <a:t> de Testes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5D38CC-A29D-8498-000F-84B79FC6F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8P_HT_OFF</a:t>
            </a:r>
          </a:p>
          <a:p>
            <a:pPr lvl="1"/>
            <a:r>
              <a:rPr lang="pt-BR" dirty="0"/>
              <a:t>8 P-Cores</a:t>
            </a:r>
          </a:p>
          <a:p>
            <a:pPr lvl="1"/>
            <a:r>
              <a:rPr lang="pt-BR" dirty="0"/>
              <a:t>Hyper-</a:t>
            </a:r>
            <a:r>
              <a:rPr lang="pt-BR" dirty="0" err="1"/>
              <a:t>Threading</a:t>
            </a:r>
            <a:r>
              <a:rPr lang="pt-BR" dirty="0"/>
              <a:t> OFF (1 thread por core)</a:t>
            </a:r>
          </a:p>
          <a:p>
            <a:r>
              <a:rPr lang="pt-BR" b="1" dirty="0"/>
              <a:t>4P_HT_ON</a:t>
            </a:r>
          </a:p>
          <a:p>
            <a:pPr lvl="1"/>
            <a:r>
              <a:rPr lang="pt-BR" dirty="0"/>
              <a:t>4 P-Cores</a:t>
            </a:r>
          </a:p>
          <a:p>
            <a:pPr lvl="1"/>
            <a:r>
              <a:rPr lang="pt-BR" dirty="0"/>
              <a:t>Hyper-</a:t>
            </a:r>
            <a:r>
              <a:rPr lang="pt-BR" dirty="0" err="1"/>
              <a:t>Threading</a:t>
            </a:r>
            <a:r>
              <a:rPr lang="pt-BR" dirty="0"/>
              <a:t> ON (2 threads por core)</a:t>
            </a:r>
          </a:p>
          <a:p>
            <a:r>
              <a:rPr lang="pt-BR" b="1" dirty="0"/>
              <a:t>4P_4E_HT_OFF</a:t>
            </a:r>
          </a:p>
          <a:p>
            <a:pPr lvl="1"/>
            <a:r>
              <a:rPr lang="pt-BR" dirty="0"/>
              <a:t>4 P-Cores ⮕ Hyper-</a:t>
            </a:r>
            <a:r>
              <a:rPr lang="pt-BR" dirty="0" err="1"/>
              <a:t>Threading</a:t>
            </a:r>
            <a:r>
              <a:rPr lang="pt-BR" dirty="0"/>
              <a:t> OFF (1 thread por core)</a:t>
            </a:r>
          </a:p>
          <a:p>
            <a:pPr lvl="1"/>
            <a:r>
              <a:rPr lang="pt-BR" dirty="0"/>
              <a:t>4 </a:t>
            </a:r>
            <a:r>
              <a:rPr lang="pt-BR" dirty="0" err="1"/>
              <a:t>E-Cores</a:t>
            </a:r>
            <a:endParaRPr lang="pt-BR" dirty="0"/>
          </a:p>
          <a:p>
            <a:r>
              <a:rPr lang="pt-BR" b="1" dirty="0"/>
              <a:t>8E</a:t>
            </a:r>
          </a:p>
          <a:p>
            <a:pPr lvl="1"/>
            <a:r>
              <a:rPr lang="pt-BR" dirty="0"/>
              <a:t>8 </a:t>
            </a:r>
            <a:r>
              <a:rPr lang="pt-BR" dirty="0" err="1"/>
              <a:t>E-Cores</a:t>
            </a:r>
            <a:r>
              <a:rPr lang="pt-BR" dirty="0"/>
              <a:t> ⮕ 1 thread por core</a:t>
            </a: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91A1F6-8A6C-0932-9A8B-203A9892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67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F24A-AC4E-1386-AEB1-E0C5C49F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C3032-6FB4-76E8-31B8-4FA0191B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Variáveis</a:t>
            </a:r>
            <a:r>
              <a:rPr lang="en-US" dirty="0"/>
              <a:t> de </a:t>
            </a:r>
            <a:r>
              <a:rPr lang="en-US" dirty="0" err="1"/>
              <a:t>Ambiente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980AE3-41E4-E840-731F-50FBC6A78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Para Python 3.12.12 </a:t>
            </a:r>
          </a:p>
          <a:p>
            <a:pPr lvl="1"/>
            <a:r>
              <a:rPr lang="pt-BR" dirty="0"/>
              <a:t>OMP_NUM_THREADS=1 MKL_NUM_THREADS=1 VECLIB_MAXIMUM_THREADS=1 OPENBLAS_NUM_THREADS=1 NUMEXPR_NUM_THREADS=1 </a:t>
            </a:r>
            <a:r>
              <a:rPr lang="pt-BR" dirty="0" err="1">
                <a:highlight>
                  <a:srgbClr val="FFFF00"/>
                </a:highlight>
              </a:rPr>
              <a:t>jupyter</a:t>
            </a:r>
            <a:r>
              <a:rPr lang="pt-BR" dirty="0">
                <a:highlight>
                  <a:srgbClr val="FFFF00"/>
                </a:highlight>
              </a:rPr>
              <a:t> notebook </a:t>
            </a:r>
          </a:p>
          <a:p>
            <a:endParaRPr lang="pt-BR" dirty="0"/>
          </a:p>
          <a:p>
            <a:r>
              <a:rPr lang="pt-BR" b="1" dirty="0"/>
              <a:t>Para Python 3.14.0t</a:t>
            </a:r>
          </a:p>
          <a:p>
            <a:pPr lvl="1"/>
            <a:r>
              <a:rPr lang="pt-BR" dirty="0"/>
              <a:t>OMP_NUM_THREADS=1 MKL_NUM_THREADS=1 VECLIB_MAXIMUM_THREADS=1 OPENBLAS_NUM_THREADS=1 NUMEXPR_NUM_THREADS=1 </a:t>
            </a:r>
            <a:r>
              <a:rPr lang="pt-BR" b="1" dirty="0"/>
              <a:t>PYTHON_GIL=0 </a:t>
            </a:r>
            <a:r>
              <a:rPr lang="pt-BR" dirty="0" err="1">
                <a:highlight>
                  <a:srgbClr val="FFFF00"/>
                </a:highlight>
              </a:rPr>
              <a:t>jupyter</a:t>
            </a:r>
            <a:r>
              <a:rPr lang="pt-BR" dirty="0">
                <a:highlight>
                  <a:srgbClr val="FFFF00"/>
                </a:highlight>
              </a:rPr>
              <a:t> notebook</a:t>
            </a:r>
            <a:endParaRPr lang="en-US" b="1" dirty="0">
              <a:highlight>
                <a:srgbClr val="FFFF00"/>
              </a:highlight>
            </a:endParaRPr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CB5A51-A502-A1EC-220F-F4C813FA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77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083F9-16C0-6DCC-481D-8269EDEF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D7ACD-1ACE-881E-D56E-F1337437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Experimental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297A0A-D886-58ED-5421-9CDD82F2D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Tamanho</a:t>
            </a:r>
            <a:r>
              <a:rPr lang="en-US" b="1" dirty="0"/>
              <a:t> de </a:t>
            </a:r>
            <a:r>
              <a:rPr lang="en-US" b="1" dirty="0" err="1"/>
              <a:t>Matriz</a:t>
            </a:r>
            <a:r>
              <a:rPr lang="en-US" b="1" dirty="0"/>
              <a:t>: </a:t>
            </a:r>
            <a:r>
              <a:rPr lang="en-US" dirty="0"/>
              <a:t>1000, 2000, 4000, 6000, 8000</a:t>
            </a:r>
          </a:p>
          <a:p>
            <a:r>
              <a:rPr lang="en-US" b="1" dirty="0" err="1"/>
              <a:t>Cenários</a:t>
            </a:r>
            <a:r>
              <a:rPr lang="en-US" b="1" dirty="0"/>
              <a:t>: </a:t>
            </a:r>
            <a:r>
              <a:rPr lang="pt-BR" dirty="0"/>
              <a:t>8P.HT.OFF, 4P.HT.ON, 4P.4E.HT.OFF, 8E</a:t>
            </a:r>
          </a:p>
          <a:p>
            <a:r>
              <a:rPr lang="pt-BR" b="1" dirty="0"/>
              <a:t>Réplicas:</a:t>
            </a:r>
            <a:r>
              <a:rPr lang="pt-BR" dirty="0"/>
              <a:t> 30 repetições</a:t>
            </a:r>
          </a:p>
          <a:p>
            <a:pPr marL="0" indent="0">
              <a:buNone/>
            </a:pPr>
            <a:r>
              <a:rPr lang="pt-BR" dirty="0"/>
              <a:t>⮕Configurações: [</a:t>
            </a:r>
            <a:r>
              <a:rPr lang="pt-BR" dirty="0" err="1"/>
              <a:t>Matrix_Size</a:t>
            </a:r>
            <a:r>
              <a:rPr lang="pt-BR" dirty="0"/>
              <a:t>: 5] X [Cenários: 4] X 30 = 600</a:t>
            </a:r>
          </a:p>
          <a:p>
            <a:endParaRPr lang="en-US" dirty="0"/>
          </a:p>
          <a:p>
            <a:r>
              <a:rPr lang="en-US" dirty="0"/>
              <a:t>Cada script </a:t>
            </a:r>
            <a:r>
              <a:rPr lang="en-US" dirty="0" err="1"/>
              <a:t>executa</a:t>
            </a:r>
            <a:r>
              <a:rPr lang="en-US" dirty="0"/>
              <a:t> o </a:t>
            </a:r>
            <a:r>
              <a:rPr lang="en-US" dirty="0" err="1"/>
              <a:t>projeto</a:t>
            </a:r>
            <a:r>
              <a:rPr lang="en-US" dirty="0"/>
              <a:t> experimental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vez</a:t>
            </a:r>
            <a:endParaRPr lang="en-US" dirty="0"/>
          </a:p>
          <a:p>
            <a:pPr marL="0" indent="0">
              <a:buNone/>
            </a:pPr>
            <a:r>
              <a:rPr lang="pt-BR" dirty="0"/>
              <a:t>⮕ </a:t>
            </a:r>
            <a:r>
              <a:rPr lang="pt-BR" b="1" dirty="0"/>
              <a:t>Total: </a:t>
            </a:r>
            <a:r>
              <a:rPr lang="pt-BR" dirty="0"/>
              <a:t>[</a:t>
            </a:r>
            <a:r>
              <a:rPr lang="pt-BR" dirty="0" err="1"/>
              <a:t>warm-up</a:t>
            </a:r>
            <a:r>
              <a:rPr lang="pt-BR" dirty="0"/>
              <a:t> + 600] x 3 scripts = 1800 runs</a:t>
            </a:r>
          </a:p>
          <a:p>
            <a:endParaRPr lang="en-US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CB6980-0F7D-332A-6FDB-004EFB62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85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BFDCD6-A8E7-0731-F6F3-1BF7E277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8</a:t>
            </a:fld>
            <a:endParaRPr lang="en-US"/>
          </a:p>
        </p:txBody>
      </p:sp>
      <p:pic>
        <p:nvPicPr>
          <p:cNvPr id="14" name="Imagem 13" descr="Gráfico&#10;&#10;O conteúdo gerado por IA pode estar incorreto.">
            <a:extLst>
              <a:ext uri="{FF2B5EF4-FFF2-40B4-BE49-F238E27FC236}">
                <a16:creationId xmlns:a16="http://schemas.microsoft.com/office/drawing/2014/main" id="{295B3278-F554-F5E1-24E2-9A6857D35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60" y="1130969"/>
            <a:ext cx="11553583" cy="2957458"/>
          </a:xfrm>
          <a:prstGeom prst="rect">
            <a:avLst/>
          </a:prstGeom>
        </p:spPr>
      </p:pic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46562A69-A2F0-8CD2-F88B-EBDEEA202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52149"/>
            <a:ext cx="10515600" cy="1724813"/>
          </a:xfrm>
        </p:spPr>
        <p:txBody>
          <a:bodyPr>
            <a:normAutofit lnSpcReduction="10000"/>
          </a:bodyPr>
          <a:lstStyle/>
          <a:p>
            <a:r>
              <a:rPr lang="pt-BR" dirty="0" err="1"/>
              <a:t>Multiprocessing</a:t>
            </a:r>
            <a:r>
              <a:rPr lang="pt-BR" dirty="0"/>
              <a:t> e </a:t>
            </a:r>
            <a:r>
              <a:rPr lang="pt-BR" dirty="0" err="1"/>
              <a:t>Dask</a:t>
            </a:r>
            <a:r>
              <a:rPr lang="pt-BR" dirty="0"/>
              <a:t>: 74.2°C e 74.8°C</a:t>
            </a:r>
          </a:p>
          <a:p>
            <a:pPr lvl="1"/>
            <a:r>
              <a:rPr lang="pt-BR" dirty="0"/>
              <a:t>Manter múltiplos contextos de execução</a:t>
            </a:r>
          </a:p>
          <a:p>
            <a:r>
              <a:rPr lang="pt-BR" dirty="0" err="1"/>
              <a:t>Threading</a:t>
            </a:r>
            <a:r>
              <a:rPr lang="pt-BR" dirty="0"/>
              <a:t>: 45.1°C</a:t>
            </a:r>
          </a:p>
          <a:p>
            <a:pPr lvl="1"/>
            <a:r>
              <a:rPr lang="pt-BR" dirty="0"/>
              <a:t>Menos demanda à CPU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C2355B76-3F26-DC1B-99A5-49D4F09D9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0" y="136525"/>
            <a:ext cx="9853247" cy="994444"/>
          </a:xfrm>
        </p:spPr>
        <p:txBody>
          <a:bodyPr>
            <a:normAutofit/>
          </a:bodyPr>
          <a:lstStyle/>
          <a:p>
            <a:r>
              <a:rPr lang="en-US" sz="3600" dirty="0" err="1"/>
              <a:t>Resultados</a:t>
            </a:r>
            <a:r>
              <a:rPr lang="en-US" sz="3600" dirty="0"/>
              <a:t>: </a:t>
            </a:r>
            <a:r>
              <a:rPr lang="en-US" sz="3600" dirty="0" err="1"/>
              <a:t>Evolução</a:t>
            </a:r>
            <a:r>
              <a:rPr lang="en-US" sz="3600" dirty="0"/>
              <a:t> da </a:t>
            </a:r>
            <a:r>
              <a:rPr lang="en-US" sz="3600" dirty="0" err="1"/>
              <a:t>Temperatura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496614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2AEFB-2744-F3BF-CF21-C88496B5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4F7BC-93DA-ACD8-6B69-5564AE8EC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1" y="136525"/>
            <a:ext cx="9061938" cy="994444"/>
          </a:xfrm>
        </p:spPr>
        <p:txBody>
          <a:bodyPr>
            <a:normAutofit/>
          </a:bodyPr>
          <a:lstStyle/>
          <a:p>
            <a:r>
              <a:rPr lang="en-US" sz="3600" dirty="0" err="1"/>
              <a:t>Resultados</a:t>
            </a:r>
            <a:r>
              <a:rPr lang="en-US" sz="3600" dirty="0"/>
              <a:t>: Por </a:t>
            </a:r>
            <a:r>
              <a:rPr lang="en-US" sz="3600" dirty="0" err="1"/>
              <a:t>Cenários</a:t>
            </a:r>
            <a:r>
              <a:rPr lang="en-US" sz="3600" dirty="0"/>
              <a:t> – </a:t>
            </a:r>
            <a:r>
              <a:rPr lang="en-US" sz="3600" dirty="0" err="1"/>
              <a:t>Matriz</a:t>
            </a:r>
            <a:r>
              <a:rPr lang="en-US" sz="3600" dirty="0"/>
              <a:t> 1000 e 2000</a:t>
            </a:r>
            <a:endParaRPr lang="pt-BR" sz="3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DBCF4D-1939-FD95-6FBF-90503D4A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9</a:t>
            </a:fld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F419D70-1DA6-C6BE-7AA8-C8E981F04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61" y="826477"/>
            <a:ext cx="8802898" cy="5688780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EC106393-CD4D-5287-4934-76D8E8C38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8153" y="1130969"/>
            <a:ext cx="2913185" cy="49005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Threading:</a:t>
            </a:r>
            <a:r>
              <a:rPr lang="en-US" dirty="0"/>
              <a:t> Desempenho superior.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pt-BR" b="1" dirty="0" err="1"/>
              <a:t>MultiP</a:t>
            </a:r>
            <a:r>
              <a:rPr lang="pt-BR" b="1" dirty="0"/>
              <a:t> e </a:t>
            </a:r>
            <a:r>
              <a:rPr lang="pt-BR" b="1" dirty="0" err="1"/>
              <a:t>Dask</a:t>
            </a:r>
            <a:r>
              <a:rPr lang="pt-BR" b="1" dirty="0"/>
              <a:t>: </a:t>
            </a:r>
            <a:r>
              <a:rPr lang="pt-BR" dirty="0"/>
              <a:t>Semelhante.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MultiP</a:t>
            </a:r>
            <a:r>
              <a:rPr lang="pt-BR" dirty="0"/>
              <a:t> ligeiramente mais eficiente (I.C. 95% sem sobreposição)</a:t>
            </a:r>
          </a:p>
        </p:txBody>
      </p:sp>
    </p:spTree>
    <p:extLst>
      <p:ext uri="{BB962C8B-B14F-4D97-AF65-F5344CB8AC3E}">
        <p14:creationId xmlns:p14="http://schemas.microsoft.com/office/powerpoint/2010/main" val="3943760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AFEF0-4649-1F0F-C460-CBCA720AC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F804D-B7C0-864C-0470-4F4ACD26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0" y="136525"/>
            <a:ext cx="9853247" cy="994444"/>
          </a:xfrm>
        </p:spPr>
        <p:txBody>
          <a:bodyPr>
            <a:normAutofit fontScale="90000"/>
          </a:bodyPr>
          <a:lstStyle/>
          <a:p>
            <a:r>
              <a:rPr lang="en-US" sz="3600" dirty="0" err="1"/>
              <a:t>Resultados</a:t>
            </a:r>
            <a:r>
              <a:rPr lang="en-US" sz="3600" dirty="0"/>
              <a:t>: Por </a:t>
            </a:r>
            <a:r>
              <a:rPr lang="en-US" sz="3600" dirty="0" err="1"/>
              <a:t>Cenários</a:t>
            </a:r>
            <a:r>
              <a:rPr lang="en-US" sz="3600" dirty="0"/>
              <a:t> – </a:t>
            </a:r>
            <a:r>
              <a:rPr lang="en-US" sz="3600" dirty="0" err="1"/>
              <a:t>Matriz</a:t>
            </a:r>
            <a:r>
              <a:rPr lang="en-US" sz="3600" dirty="0"/>
              <a:t> 4000, 6000 e 8000</a:t>
            </a:r>
            <a:endParaRPr lang="pt-BR" sz="3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9B6006-CBCF-AFE8-8F80-D24C4B0A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10</a:t>
            </a:fld>
            <a:endParaRPr lang="en-US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D97B2B50-B634-3869-90CD-7076425FE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8153" y="1130969"/>
            <a:ext cx="2913185" cy="49005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 err="1"/>
              <a:t>MultiP</a:t>
            </a:r>
            <a:r>
              <a:rPr lang="pt-BR" b="1" dirty="0"/>
              <a:t> e </a:t>
            </a:r>
            <a:r>
              <a:rPr lang="pt-BR" b="1" dirty="0" err="1"/>
              <a:t>Dask</a:t>
            </a:r>
            <a:r>
              <a:rPr lang="pt-BR" b="1" dirty="0"/>
              <a:t>: </a:t>
            </a:r>
            <a:r>
              <a:rPr lang="pt-BR" dirty="0"/>
              <a:t>Inversão. </a:t>
            </a:r>
            <a:r>
              <a:rPr lang="pt-BR" dirty="0" err="1"/>
              <a:t>Dask</a:t>
            </a:r>
            <a:r>
              <a:rPr lang="pt-BR" dirty="0"/>
              <a:t> melhor para 4000 e 6000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MultiP</a:t>
            </a:r>
            <a:r>
              <a:rPr lang="pt-BR" dirty="0"/>
              <a:t>: Força utilização de núcleos.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Dask</a:t>
            </a:r>
            <a:r>
              <a:rPr lang="pt-BR" dirty="0"/>
              <a:t>: Gerencia Pool de núcleos. Priorização de P-Cores.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458704-BBD1-24C0-160C-10DAD9966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60" y="985554"/>
            <a:ext cx="8509885" cy="551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53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4B44E-6C92-E20F-1DB2-3F09A43A4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090B8-97F9-FDCD-B343-DCDCE99B1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0" y="136525"/>
            <a:ext cx="9853247" cy="994444"/>
          </a:xfrm>
        </p:spPr>
        <p:txBody>
          <a:bodyPr>
            <a:normAutofit/>
          </a:bodyPr>
          <a:lstStyle/>
          <a:p>
            <a:r>
              <a:rPr lang="en-US" sz="3600" dirty="0" err="1"/>
              <a:t>Resultados</a:t>
            </a:r>
            <a:r>
              <a:rPr lang="en-US" sz="3600" dirty="0"/>
              <a:t>: Por </a:t>
            </a:r>
            <a:r>
              <a:rPr lang="en-US" sz="3600" dirty="0" err="1"/>
              <a:t>Tamanhos</a:t>
            </a:r>
            <a:r>
              <a:rPr lang="en-US" sz="3600" dirty="0"/>
              <a:t> </a:t>
            </a:r>
            <a:r>
              <a:rPr lang="en-US" sz="3600" dirty="0" err="1"/>
              <a:t>matriz</a:t>
            </a:r>
            <a:endParaRPr lang="pt-BR" sz="3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59D468-EB20-734A-33FF-08BC73EA2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11</a:t>
            </a:fld>
            <a:endParaRPr lang="en-US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09CF4D18-4EEB-060F-F3AD-EE9E8E88B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0185" y="1130969"/>
            <a:ext cx="2491153" cy="49005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Matriz 1000 e 2000: </a:t>
            </a:r>
            <a:r>
              <a:rPr lang="pt-BR" dirty="0" err="1"/>
              <a:t>MultiP</a:t>
            </a:r>
            <a:r>
              <a:rPr lang="pt-BR" dirty="0"/>
              <a:t> é melhor.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Matriz 4000 e 6000: </a:t>
            </a:r>
            <a:r>
              <a:rPr lang="pt-BR" dirty="0" err="1"/>
              <a:t>Dask</a:t>
            </a:r>
            <a:r>
              <a:rPr lang="pt-BR" dirty="0"/>
              <a:t> aumenta </a:t>
            </a:r>
            <a:r>
              <a:rPr lang="pt-BR" dirty="0" err="1"/>
              <a:t>perfomance</a:t>
            </a:r>
            <a:r>
              <a:rPr lang="pt-BR" dirty="0"/>
              <a:t>.</a:t>
            </a:r>
            <a:endParaRPr lang="pt-BR" b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Matriz 8000: </a:t>
            </a:r>
            <a:r>
              <a:rPr lang="pt-BR" dirty="0" err="1"/>
              <a:t>MultiP</a:t>
            </a:r>
            <a:r>
              <a:rPr lang="pt-BR" dirty="0"/>
              <a:t> levemente melhor.</a:t>
            </a:r>
            <a:endParaRPr lang="pt-BR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E2FEA24-F5B3-A205-0FA5-2D3398ABF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60" y="1101590"/>
            <a:ext cx="8920872" cy="525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339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B595E-113A-A2A9-F8E2-73B372839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4E423D-8D91-8169-C624-1CBB4C3A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12</a:t>
            </a:fld>
            <a:endParaRPr lang="en-US"/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F1925881-E3B6-C6C7-6645-E6C9E16B6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26562"/>
            <a:ext cx="10515600" cy="1250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P-Cores: </a:t>
            </a:r>
            <a:r>
              <a:rPr lang="pt-BR" dirty="0"/>
              <a:t>Menores tempos; </a:t>
            </a:r>
            <a:r>
              <a:rPr lang="pt-BR" b="1" dirty="0" err="1"/>
              <a:t>E-Cores</a:t>
            </a:r>
            <a:r>
              <a:rPr lang="pt-BR" b="1" dirty="0"/>
              <a:t>: </a:t>
            </a:r>
            <a:r>
              <a:rPr lang="pt-BR" dirty="0"/>
              <a:t>Maiores tempos</a:t>
            </a:r>
          </a:p>
          <a:p>
            <a:pPr marL="0" indent="0">
              <a:buNone/>
            </a:pPr>
            <a:r>
              <a:rPr lang="pt-BR" b="1" dirty="0" err="1"/>
              <a:t>Threading</a:t>
            </a:r>
            <a:r>
              <a:rPr lang="pt-BR" b="1" dirty="0"/>
              <a:t>: </a:t>
            </a:r>
            <a:r>
              <a:rPr lang="pt-BR" dirty="0"/>
              <a:t>Cenários com P-Cores estatisticamente iguais / Cenários com </a:t>
            </a:r>
            <a:r>
              <a:rPr lang="pt-BR" dirty="0" err="1"/>
              <a:t>E-Cores</a:t>
            </a:r>
            <a:r>
              <a:rPr lang="pt-BR" dirty="0"/>
              <a:t> estatisticamente iguais (I.C. 95%) </a:t>
            </a:r>
          </a:p>
          <a:p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B65667A7-5567-701C-2DAA-7D9EAE6C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0" y="136525"/>
            <a:ext cx="9853247" cy="994444"/>
          </a:xfrm>
        </p:spPr>
        <p:txBody>
          <a:bodyPr>
            <a:normAutofit/>
          </a:bodyPr>
          <a:lstStyle/>
          <a:p>
            <a:r>
              <a:rPr lang="en-US" sz="3600" dirty="0" err="1"/>
              <a:t>Resultados</a:t>
            </a:r>
            <a:r>
              <a:rPr lang="en-US" sz="3600" dirty="0"/>
              <a:t>: Por Script</a:t>
            </a:r>
            <a:endParaRPr lang="pt-BR" sz="36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62DECAB-3885-4BA9-F8FE-D9352F504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60" y="905453"/>
            <a:ext cx="11491317" cy="383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91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A66B9-6148-522C-E870-630EC2ED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D5EDD-F92A-3AA7-4864-AB262C067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Reprodutibilidade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C047AF-E0D2-C61A-34E3-F2675C1D0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Notebooks </a:t>
            </a:r>
            <a:r>
              <a:rPr lang="en-US" dirty="0" err="1"/>
              <a:t>disponíveis</a:t>
            </a:r>
            <a:r>
              <a:rPr lang="en-US" dirty="0"/>
              <a:t> no GitHub</a:t>
            </a:r>
          </a:p>
          <a:p>
            <a:r>
              <a:rPr lang="en-US" b="1" dirty="0" err="1"/>
              <a:t>Pilha</a:t>
            </a:r>
            <a:r>
              <a:rPr lang="en-US" b="1" dirty="0"/>
              <a:t> de software</a:t>
            </a:r>
            <a:r>
              <a:rPr lang="en-US" dirty="0"/>
              <a:t>:</a:t>
            </a:r>
          </a:p>
          <a:p>
            <a:pPr lvl="1"/>
            <a:r>
              <a:rPr lang="pt-BR" dirty="0" err="1"/>
              <a:t>pyenv</a:t>
            </a:r>
            <a:r>
              <a:rPr lang="pt-BR" dirty="0"/>
              <a:t> </a:t>
            </a:r>
            <a:r>
              <a:rPr lang="pt-BR" dirty="0" err="1"/>
              <a:t>shell</a:t>
            </a:r>
            <a:r>
              <a:rPr lang="pt-BR" dirty="0"/>
              <a:t> 3.12.12</a:t>
            </a:r>
          </a:p>
          <a:p>
            <a:pPr lvl="1"/>
            <a:r>
              <a:rPr lang="pt-BR" dirty="0" err="1"/>
              <a:t>pip</a:t>
            </a:r>
            <a:r>
              <a:rPr lang="pt-BR" dirty="0"/>
              <a:t> </a:t>
            </a:r>
            <a:r>
              <a:rPr lang="pt-BR" dirty="0" err="1"/>
              <a:t>freeze</a:t>
            </a:r>
            <a:r>
              <a:rPr lang="pt-BR" dirty="0"/>
              <a:t> &gt; requirements_py3.12.txt</a:t>
            </a:r>
          </a:p>
          <a:p>
            <a:pPr lvl="1"/>
            <a:r>
              <a:rPr lang="pt-BR" dirty="0" err="1"/>
              <a:t>pyenv</a:t>
            </a:r>
            <a:r>
              <a:rPr lang="pt-BR" dirty="0"/>
              <a:t> </a:t>
            </a:r>
            <a:r>
              <a:rPr lang="pt-BR" dirty="0" err="1"/>
              <a:t>shell</a:t>
            </a:r>
            <a:r>
              <a:rPr lang="pt-BR" dirty="0"/>
              <a:t> 3.14.0t</a:t>
            </a:r>
          </a:p>
          <a:p>
            <a:pPr lvl="1"/>
            <a:r>
              <a:rPr lang="pt-BR" dirty="0" err="1"/>
              <a:t>pip</a:t>
            </a:r>
            <a:r>
              <a:rPr lang="pt-BR" dirty="0"/>
              <a:t> </a:t>
            </a:r>
            <a:r>
              <a:rPr lang="pt-BR" dirty="0" err="1"/>
              <a:t>freeze</a:t>
            </a:r>
            <a:r>
              <a:rPr lang="pt-BR" dirty="0"/>
              <a:t> &gt; requirements_py3.14t.txt</a:t>
            </a:r>
          </a:p>
          <a:p>
            <a:pPr lvl="1"/>
            <a:r>
              <a:rPr lang="pt-BR" dirty="0" err="1"/>
              <a:t>apt-mark</a:t>
            </a:r>
            <a:r>
              <a:rPr lang="pt-BR" dirty="0"/>
              <a:t> </a:t>
            </a:r>
            <a:r>
              <a:rPr lang="pt-BR" dirty="0" err="1"/>
              <a:t>showmanual</a:t>
            </a:r>
            <a:r>
              <a:rPr lang="pt-BR" dirty="0"/>
              <a:t> &gt; system_packages.txt</a:t>
            </a:r>
            <a:endParaRPr lang="en-US" dirty="0"/>
          </a:p>
          <a:p>
            <a:r>
              <a:rPr lang="en-US" b="1" dirty="0" err="1"/>
              <a:t>Reconstituição</a:t>
            </a:r>
            <a:r>
              <a:rPr lang="en-US" dirty="0"/>
              <a:t>:</a:t>
            </a:r>
          </a:p>
          <a:p>
            <a:pPr lvl="1"/>
            <a:r>
              <a:rPr lang="pt-BR" dirty="0" err="1"/>
              <a:t>pip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-r requirements_py3.12.txt</a:t>
            </a:r>
          </a:p>
          <a:p>
            <a:pPr lvl="1"/>
            <a:r>
              <a:rPr lang="pt-BR" dirty="0" err="1"/>
              <a:t>pip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-r requirements_py3.14t.txt</a:t>
            </a:r>
          </a:p>
          <a:p>
            <a:pPr lvl="1"/>
            <a:r>
              <a:rPr lang="pt-BR" dirty="0" err="1"/>
              <a:t>sudo</a:t>
            </a:r>
            <a:r>
              <a:rPr lang="pt-BR" dirty="0"/>
              <a:t> </a:t>
            </a:r>
            <a:r>
              <a:rPr lang="pt-BR" dirty="0" err="1"/>
              <a:t>xargs</a:t>
            </a:r>
            <a:r>
              <a:rPr lang="pt-BR" dirty="0"/>
              <a:t> </a:t>
            </a:r>
            <a:r>
              <a:rPr lang="pt-BR" dirty="0" err="1"/>
              <a:t>apt-get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-y &lt; </a:t>
            </a:r>
            <a:r>
              <a:rPr lang="pt-BR" dirty="0" err="1"/>
              <a:t>system_packages.tx</a:t>
            </a:r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AB8905-946F-EDA0-58D2-4E123006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31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DF4E4-B9AE-6BE0-2216-46393CAE2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4C972-E905-862B-723B-742DAF43C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Conclusões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FD2E14-9116-EB17-76E1-187A264C3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 err="1"/>
              <a:t>Utilizar</a:t>
            </a:r>
            <a:r>
              <a:rPr lang="en-US" dirty="0"/>
              <a:t> P-Cores e/</a:t>
            </a:r>
            <a:r>
              <a:rPr lang="en-US" dirty="0" err="1"/>
              <a:t>ou</a:t>
            </a:r>
            <a:r>
              <a:rPr lang="en-US" dirty="0"/>
              <a:t> E-Cores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impacto</a:t>
            </a:r>
            <a:r>
              <a:rPr lang="en-US" dirty="0"/>
              <a:t> </a:t>
            </a:r>
            <a:r>
              <a:rPr lang="en-US" dirty="0" err="1"/>
              <a:t>direto</a:t>
            </a:r>
            <a:r>
              <a:rPr lang="en-US" dirty="0"/>
              <a:t> no </a:t>
            </a:r>
            <a:r>
              <a:rPr lang="en-US" dirty="0" err="1"/>
              <a:t>desempenho</a:t>
            </a:r>
            <a:endParaRPr lang="en-US" dirty="0"/>
          </a:p>
          <a:p>
            <a:pPr marL="514350" indent="-514350">
              <a:buAutoNum type="arabicPeriod"/>
            </a:pPr>
            <a:r>
              <a:rPr lang="pt-BR" dirty="0"/>
              <a:t>Python 3.14.0t, GIL </a:t>
            </a:r>
            <a:r>
              <a:rPr lang="pt-BR" dirty="0" err="1"/>
              <a:t>free</a:t>
            </a:r>
            <a:r>
              <a:rPr lang="pt-BR" dirty="0"/>
              <a:t>, eliminou gargalos críticos da serialização</a:t>
            </a:r>
          </a:p>
          <a:p>
            <a:pPr lvl="1"/>
            <a:r>
              <a:rPr lang="pt-BR" dirty="0"/>
              <a:t>Abordagem promissora para </a:t>
            </a:r>
            <a:r>
              <a:rPr lang="pt-BR" dirty="0">
                <a:highlight>
                  <a:srgbClr val="FFFF00"/>
                </a:highlight>
              </a:rPr>
              <a:t>computação paralela em Python </a:t>
            </a:r>
            <a:r>
              <a:rPr lang="pt-BR" dirty="0"/>
              <a:t>no futuro próximo.</a:t>
            </a:r>
            <a:endParaRPr lang="en-US" dirty="0"/>
          </a:p>
          <a:p>
            <a:pPr marL="514350" indent="-514350">
              <a:buAutoNum type="arabicPeriod"/>
            </a:pPr>
            <a:r>
              <a:rPr lang="pt-BR" dirty="0"/>
              <a:t>Em arquiteturas híbridas a pinagem de núcleos pode não ser a melhor abordagem</a:t>
            </a:r>
          </a:p>
          <a:p>
            <a:pPr lvl="1"/>
            <a:r>
              <a:rPr lang="pt-BR" dirty="0"/>
              <a:t>Depende da aplicação, mas</a:t>
            </a:r>
          </a:p>
          <a:p>
            <a:pPr lvl="2"/>
            <a:r>
              <a:rPr lang="pt-BR" dirty="0"/>
              <a:t>O </a:t>
            </a:r>
            <a:r>
              <a:rPr lang="pt-BR" dirty="0" err="1"/>
              <a:t>Scheduler</a:t>
            </a:r>
            <a:r>
              <a:rPr lang="pt-BR" dirty="0"/>
              <a:t> do sistema é capaz de fazer boas escolhas de alocação </a:t>
            </a:r>
          </a:p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D71372-1938-0939-1528-AA90316D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89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77F69-9DD3-B8A0-3252-7B6141DB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Referências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E409B8-D47B-AAF7-986E-43C23519D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/>
              <a:t>[1] Dell. 2025. Desktop </a:t>
            </a:r>
            <a:r>
              <a:rPr lang="pt-BR" sz="1800" dirty="0" err="1"/>
              <a:t>OptiPlex</a:t>
            </a:r>
            <a:r>
              <a:rPr lang="pt-BR" sz="1800" dirty="0"/>
              <a:t> Micro. </a:t>
            </a:r>
            <a:r>
              <a:rPr lang="pt-BR" sz="1800" dirty="0">
                <a:hlinkClick r:id="rId2"/>
              </a:rPr>
              <a:t>https://www.dell.com/</a:t>
            </a:r>
            <a:r>
              <a:rPr lang="pt-BR" sz="1800" dirty="0" err="1">
                <a:hlinkClick r:id="rId2"/>
              </a:rPr>
              <a:t>pt-br</a:t>
            </a:r>
            <a:r>
              <a:rPr lang="pt-BR" sz="1800" dirty="0">
                <a:hlinkClick r:id="rId2"/>
              </a:rPr>
              <a:t>/shop/</a:t>
            </a:r>
            <a:r>
              <a:rPr lang="pt-BR" sz="1800" dirty="0" err="1">
                <a:hlinkClick r:id="rId2"/>
              </a:rPr>
              <a:t>cty</a:t>
            </a:r>
            <a:r>
              <a:rPr lang="pt-BR" sz="1800" dirty="0">
                <a:hlinkClick r:id="rId2"/>
              </a:rPr>
              <a:t>/</a:t>
            </a:r>
            <a:r>
              <a:rPr lang="pt-BR" sz="1800" dirty="0" err="1">
                <a:hlinkClick r:id="rId2"/>
              </a:rPr>
              <a:t>pdp</a:t>
            </a:r>
            <a:r>
              <a:rPr lang="pt-BR" sz="1800" dirty="0">
                <a:hlinkClick r:id="rId2"/>
              </a:rPr>
              <a:t>/</a:t>
            </a:r>
            <a:r>
              <a:rPr lang="pt-BR" sz="1800" dirty="0" err="1">
                <a:hlinkClick r:id="rId2"/>
              </a:rPr>
              <a:t>spd</a:t>
            </a:r>
            <a:r>
              <a:rPr lang="pt-BR" sz="1800" dirty="0">
                <a:hlinkClick r:id="rId2"/>
              </a:rPr>
              <a:t>/optiplex-7020-micro</a:t>
            </a:r>
            <a:r>
              <a:rPr lang="pt-BR" sz="1800" dirty="0"/>
              <a:t>.</a:t>
            </a:r>
          </a:p>
          <a:p>
            <a:pPr marL="0" indent="0">
              <a:buNone/>
            </a:pPr>
            <a:r>
              <a:rPr lang="pt-BR" sz="1800" dirty="0"/>
              <a:t>[2] João Luiz Grave Gross. 2025. Trabalho Final CMP223. </a:t>
            </a:r>
            <a:r>
              <a:rPr lang="pt-BR" sz="1800" dirty="0">
                <a:hlinkClick r:id="rId3"/>
              </a:rPr>
              <a:t>https://github.com/</a:t>
            </a:r>
            <a:r>
              <a:rPr lang="pt-BR" sz="1800" dirty="0" err="1">
                <a:hlinkClick r:id="rId3"/>
              </a:rPr>
              <a:t>jlggross</a:t>
            </a:r>
            <a:r>
              <a:rPr lang="pt-BR" sz="1800" dirty="0">
                <a:hlinkClick r:id="rId3"/>
              </a:rPr>
              <a:t>/TF-cmp223</a:t>
            </a:r>
            <a:r>
              <a:rPr lang="pt-BR" sz="1800" dirty="0"/>
              <a:t>.</a:t>
            </a:r>
          </a:p>
          <a:p>
            <a:pPr marL="0" indent="0">
              <a:buNone/>
            </a:pPr>
            <a:r>
              <a:rPr lang="pt-BR" sz="1800" dirty="0"/>
              <a:t>[3] Intel. 2021. Arquitetura híbrida de alto desempenho. https://www.intel.com/content/www/us/en/developer/articles/tec </a:t>
            </a:r>
            <a:r>
              <a:rPr lang="pt-BR" sz="1800" dirty="0" err="1"/>
              <a:t>hnical</a:t>
            </a:r>
            <a:r>
              <a:rPr lang="pt-BR" sz="1800" dirty="0"/>
              <a:t>/hybrid-architecture.html.</a:t>
            </a:r>
          </a:p>
          <a:p>
            <a:pPr marL="0" indent="0">
              <a:buNone/>
            </a:pPr>
            <a:r>
              <a:rPr lang="pt-BR" sz="1800" dirty="0"/>
              <a:t>[4] Intel. 2025. </a:t>
            </a:r>
            <a:r>
              <a:rPr lang="pt-BR" sz="1800" dirty="0" err="1"/>
              <a:t>How</a:t>
            </a:r>
            <a:r>
              <a:rPr lang="pt-BR" sz="1800" dirty="0"/>
              <a:t> Intel Technologies </a:t>
            </a:r>
            <a:r>
              <a:rPr lang="pt-BR" sz="1800" dirty="0" err="1"/>
              <a:t>Boost</a:t>
            </a:r>
            <a:r>
              <a:rPr lang="pt-BR" sz="1800" dirty="0"/>
              <a:t> </a:t>
            </a:r>
            <a:r>
              <a:rPr lang="pt-BR" sz="1800" dirty="0" err="1"/>
              <a:t>Your</a:t>
            </a:r>
            <a:r>
              <a:rPr lang="pt-BR" sz="1800" dirty="0"/>
              <a:t> </a:t>
            </a:r>
            <a:r>
              <a:rPr lang="pt-BR" sz="1800" dirty="0" err="1"/>
              <a:t>CPU’s</a:t>
            </a:r>
            <a:r>
              <a:rPr lang="pt-BR" sz="1800" dirty="0"/>
              <a:t> Performance. https://www.intel.com/content/www/us/en/gami </a:t>
            </a:r>
            <a:r>
              <a:rPr lang="pt-BR" sz="1800" dirty="0" err="1"/>
              <a:t>ng</a:t>
            </a:r>
            <a:r>
              <a:rPr lang="pt-BR" sz="1800" dirty="0"/>
              <a:t>/</a:t>
            </a:r>
            <a:r>
              <a:rPr lang="pt-BR" sz="1800" dirty="0" err="1"/>
              <a:t>resources</a:t>
            </a:r>
            <a:r>
              <a:rPr lang="pt-BR" sz="1800" dirty="0"/>
              <a:t>/how-intel-technologies-boost-cpu-performance.html.</a:t>
            </a:r>
          </a:p>
          <a:p>
            <a:pPr marL="0" indent="0">
              <a:buNone/>
            </a:pPr>
            <a:r>
              <a:rPr lang="pt-BR" sz="1800" dirty="0"/>
              <a:t>[5] Ubuntu. 2025. </a:t>
            </a:r>
            <a:r>
              <a:rPr lang="pt-BR" sz="1800" dirty="0" err="1"/>
              <a:t>ubuntu</a:t>
            </a:r>
            <a:r>
              <a:rPr lang="pt-BR" sz="1800" dirty="0"/>
              <a:t> 24.03 LTS. https://ubuntu.com/download/desktop.</a:t>
            </a:r>
          </a:p>
          <a:p>
            <a:pPr marL="342900" indent="-342900">
              <a:buFont typeface="+mj-lt"/>
              <a:buAutoNum type="arabicPeriod"/>
            </a:pPr>
            <a:endParaRPr lang="en-US" sz="1800" b="1" dirty="0"/>
          </a:p>
          <a:p>
            <a:pPr marL="342900" indent="-342900">
              <a:buFont typeface="+mj-lt"/>
              <a:buAutoNum type="arabicPeriod"/>
            </a:pPr>
            <a:endParaRPr lang="pt-BR" sz="18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363A04-88A9-FC99-A07C-58A6BA91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08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CB638-AA1B-3963-E4B9-CA9492F69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C5440-F4A4-6CC0-D1DD-582006FB47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376598978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882</Words>
  <Application>Microsoft Office PowerPoint</Application>
  <PresentationFormat>Widescreen</PresentationFormat>
  <Paragraphs>131</Paragraphs>
  <Slides>16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Neue Haas Grotesk Text Pro</vt:lpstr>
      <vt:lpstr>Dune</vt:lpstr>
      <vt:lpstr>Tema do Office</vt:lpstr>
      <vt:lpstr>TF - Final</vt:lpstr>
      <vt:lpstr>Roteiro</vt:lpstr>
      <vt:lpstr>Plataforma: Especificações e Acesso</vt:lpstr>
      <vt:lpstr>Características das implementações</vt:lpstr>
      <vt:lpstr>Cenários de Testes</vt:lpstr>
      <vt:lpstr>Variáveis de Ambiente</vt:lpstr>
      <vt:lpstr>Projeto Experimental</vt:lpstr>
      <vt:lpstr>Resultados: Evolução da Temperatura</vt:lpstr>
      <vt:lpstr>Resultados: Por Cenários – Matriz 1000 e 2000</vt:lpstr>
      <vt:lpstr>Resultados: Por Cenários – Matriz 4000, 6000 e 8000</vt:lpstr>
      <vt:lpstr>Resultados: Por Tamanhos matriz</vt:lpstr>
      <vt:lpstr>Resultados: Por Script</vt:lpstr>
      <vt:lpstr>Reprodutibilidade</vt:lpstr>
      <vt:lpstr>Conclusões</vt:lpstr>
      <vt:lpstr>Referências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Luiz Grave Gross</dc:creator>
  <cp:lastModifiedBy>João Luiz Grave Gross</cp:lastModifiedBy>
  <cp:revision>1</cp:revision>
  <dcterms:created xsi:type="dcterms:W3CDTF">2025-08-29T15:25:20Z</dcterms:created>
  <dcterms:modified xsi:type="dcterms:W3CDTF">2025-11-30T19:50:28Z</dcterms:modified>
</cp:coreProperties>
</file>